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2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colors2.xml" ContentType="application/vnd.openxmlformats-officedocument.drawingml.diagramColors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1.xml" ContentType="application/vnd.openxmlformats-officedocument.drawingml.diagramColors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rawing1.xml" ContentType="application/vnd.ms-office.drawingml.diagramDrawing+xml"/>
  <Override PartName="/ppt/diagrams/drawing2.xml" ContentType="application/vnd.ms-office.drawingml.diagramDrawing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quickStyle2.xml" ContentType="application/vnd.openxmlformats-officedocument.drawingml.diagramStyle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669" r:id="rId4"/>
    <p:sldMasterId id="2147483739" r:id="rId5"/>
  </p:sldMasterIdLst>
  <p:notesMasterIdLst>
    <p:notesMasterId r:id="rId35"/>
  </p:notesMasterIdLst>
  <p:sldIdLst>
    <p:sldId id="256" r:id="rId6"/>
    <p:sldId id="349" r:id="rId7"/>
    <p:sldId id="337" r:id="rId8"/>
    <p:sldId id="285" r:id="rId9"/>
    <p:sldId id="286" r:id="rId10"/>
    <p:sldId id="287" r:id="rId11"/>
    <p:sldId id="310" r:id="rId12"/>
    <p:sldId id="289" r:id="rId13"/>
    <p:sldId id="290" r:id="rId14"/>
    <p:sldId id="291" r:id="rId15"/>
    <p:sldId id="292" r:id="rId16"/>
    <p:sldId id="347" r:id="rId17"/>
    <p:sldId id="293" r:id="rId18"/>
    <p:sldId id="294" r:id="rId19"/>
    <p:sldId id="295" r:id="rId20"/>
    <p:sldId id="313" r:id="rId21"/>
    <p:sldId id="296" r:id="rId22"/>
    <p:sldId id="297" r:id="rId23"/>
    <p:sldId id="348" r:id="rId24"/>
    <p:sldId id="298" r:id="rId25"/>
    <p:sldId id="339" r:id="rId26"/>
    <p:sldId id="340" r:id="rId27"/>
    <p:sldId id="341" r:id="rId28"/>
    <p:sldId id="342" r:id="rId29"/>
    <p:sldId id="343" r:id="rId30"/>
    <p:sldId id="301" r:id="rId31"/>
    <p:sldId id="299" r:id="rId32"/>
    <p:sldId id="283" r:id="rId33"/>
    <p:sldId id="265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0066"/>
    <a:srgbClr val="F0265D"/>
    <a:srgbClr val="EBAFB5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1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DB3F9-B629-4A33-9A9E-D7592977894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2D84AA8-492A-4785-A40F-A0F8D4580326}">
      <dgm:prSet phldrT="[Texto]"/>
      <dgm:spPr>
        <a:solidFill>
          <a:srgbClr val="CC0066"/>
        </a:solidFill>
      </dgm:spPr>
      <dgm:t>
        <a:bodyPr/>
        <a:lstStyle/>
        <a:p>
          <a:r>
            <a:rPr lang="pt-BR" dirty="0"/>
            <a:t>ITIL</a:t>
          </a:r>
        </a:p>
      </dgm:t>
    </dgm:pt>
    <dgm:pt modelId="{B9FA282A-756B-4E3F-88EA-600E36ABC06B}" type="parTrans" cxnId="{E6B4241A-6880-4E7F-A81E-F762CF66606B}">
      <dgm:prSet/>
      <dgm:spPr/>
      <dgm:t>
        <a:bodyPr/>
        <a:lstStyle/>
        <a:p>
          <a:endParaRPr lang="pt-BR"/>
        </a:p>
      </dgm:t>
    </dgm:pt>
    <dgm:pt modelId="{F2F2191D-F48F-4650-9B27-CF325ACB8925}" type="sibTrans" cxnId="{E6B4241A-6880-4E7F-A81E-F762CF66606B}">
      <dgm:prSet/>
      <dgm:spPr/>
      <dgm:t>
        <a:bodyPr/>
        <a:lstStyle/>
        <a:p>
          <a:endParaRPr lang="pt-BR"/>
        </a:p>
      </dgm:t>
    </dgm:pt>
    <dgm:pt modelId="{E3D103B3-914D-4A27-AE09-9E615091576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719495B2-3B77-4180-BC24-E24F49247E03}" type="parTrans" cxnId="{6862880C-56F6-49CF-8F06-76F620064768}">
      <dgm:prSet/>
      <dgm:spPr/>
      <dgm:t>
        <a:bodyPr/>
        <a:lstStyle/>
        <a:p>
          <a:endParaRPr lang="pt-BR"/>
        </a:p>
      </dgm:t>
    </dgm:pt>
    <dgm:pt modelId="{CE1B60B4-F240-45F9-B745-BAAFBAA77E18}" type="sibTrans" cxnId="{6862880C-56F6-49CF-8F06-76F620064768}">
      <dgm:prSet/>
      <dgm:spPr/>
      <dgm:t>
        <a:bodyPr/>
        <a:lstStyle/>
        <a:p>
          <a:endParaRPr lang="pt-BR"/>
        </a:p>
      </dgm:t>
    </dgm:pt>
    <dgm:pt modelId="{2B95381D-CC6F-463F-A53C-4001D8C5859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B4E4C8DE-4901-48CD-AD1E-08BC223EE6A4}" type="parTrans" cxnId="{E7CA807A-771A-4249-8FC8-182DBCAE2F5E}">
      <dgm:prSet/>
      <dgm:spPr/>
      <dgm:t>
        <a:bodyPr/>
        <a:lstStyle/>
        <a:p>
          <a:endParaRPr lang="pt-BR"/>
        </a:p>
      </dgm:t>
    </dgm:pt>
    <dgm:pt modelId="{3FD17950-1FDC-4F2D-BDFA-A5B93CB34946}" type="sibTrans" cxnId="{E7CA807A-771A-4249-8FC8-182DBCAE2F5E}">
      <dgm:prSet/>
      <dgm:spPr/>
      <dgm:t>
        <a:bodyPr/>
        <a:lstStyle/>
        <a:p>
          <a:endParaRPr lang="pt-BR"/>
        </a:p>
      </dgm:t>
    </dgm:pt>
    <dgm:pt modelId="{4A7AFC93-4A00-4ABD-991A-6A1ADE676D1F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1055F3B2-E8FB-461F-B8FA-93C7FAA7E281}" type="parTrans" cxnId="{10658355-E0B8-4C8F-B63A-FD4D2B758CEC}">
      <dgm:prSet/>
      <dgm:spPr/>
      <dgm:t>
        <a:bodyPr/>
        <a:lstStyle/>
        <a:p>
          <a:endParaRPr lang="pt-BR"/>
        </a:p>
      </dgm:t>
    </dgm:pt>
    <dgm:pt modelId="{200538C0-8CD0-4C29-9E11-9AF6DFA1737E}" type="sibTrans" cxnId="{10658355-E0B8-4C8F-B63A-FD4D2B758CEC}">
      <dgm:prSet/>
      <dgm:spPr/>
      <dgm:t>
        <a:bodyPr/>
        <a:lstStyle/>
        <a:p>
          <a:endParaRPr lang="pt-BR"/>
        </a:p>
      </dgm:t>
    </dgm:pt>
    <dgm:pt modelId="{52191F5C-20B6-4259-9AC1-553A9945E52E}">
      <dgm:prSet phldrT="[Texto]" custT="1"/>
      <dgm:spPr/>
      <dgm:t>
        <a:bodyPr/>
        <a:lstStyle/>
        <a:p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gm:t>
    </dgm:pt>
    <dgm:pt modelId="{82C0E0E3-3F26-42BF-89EA-2B7373C58DEC}" type="parTrans" cxnId="{1CCAE70B-B031-420F-82FE-EEACD3D900CA}">
      <dgm:prSet/>
      <dgm:spPr/>
      <dgm:t>
        <a:bodyPr/>
        <a:lstStyle/>
        <a:p>
          <a:endParaRPr lang="pt-BR"/>
        </a:p>
      </dgm:t>
    </dgm:pt>
    <dgm:pt modelId="{3BD68404-92FB-4D31-9243-109552923BD2}" type="sibTrans" cxnId="{1CCAE70B-B031-420F-82FE-EEACD3D900CA}">
      <dgm:prSet/>
      <dgm:spPr/>
      <dgm:t>
        <a:bodyPr/>
        <a:lstStyle/>
        <a:p>
          <a:endParaRPr lang="pt-BR"/>
        </a:p>
      </dgm:t>
    </dgm:pt>
    <dgm:pt modelId="{498C3C90-70AC-4C6D-80FE-55BE8C0EAE0D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4E4CE550-9840-46DA-8187-F183680AB348}" type="parTrans" cxnId="{0A6772FF-78C3-4200-A6D9-D9F930B46452}">
      <dgm:prSet/>
      <dgm:spPr/>
      <dgm:t>
        <a:bodyPr/>
        <a:lstStyle/>
        <a:p>
          <a:endParaRPr lang="pt-BR"/>
        </a:p>
      </dgm:t>
    </dgm:pt>
    <dgm:pt modelId="{52074266-D460-4FB0-A0A7-CDA5FD5E29CF}" type="sibTrans" cxnId="{0A6772FF-78C3-4200-A6D9-D9F930B46452}">
      <dgm:prSet/>
      <dgm:spPr/>
      <dgm:t>
        <a:bodyPr/>
        <a:lstStyle/>
        <a:p>
          <a:endParaRPr lang="pt-BR"/>
        </a:p>
      </dgm:t>
    </dgm:pt>
    <dgm:pt modelId="{5473B529-1394-49E5-9351-969A2FC43A0C}">
      <dgm:prSet phldrT="[Texto]"/>
      <dgm:spPr>
        <a:solidFill>
          <a:srgbClr val="FFC000"/>
        </a:solidFill>
      </dgm:spPr>
      <dgm:t>
        <a:bodyPr/>
        <a:lstStyle/>
        <a:p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gm:t>
    </dgm:pt>
    <dgm:pt modelId="{067CA825-48C1-4144-83C5-E14A38E7D765}" type="parTrans" cxnId="{C00741C5-23A2-40D0-9F22-55CC2B64C736}">
      <dgm:prSet/>
      <dgm:spPr/>
      <dgm:t>
        <a:bodyPr/>
        <a:lstStyle/>
        <a:p>
          <a:endParaRPr lang="pt-BR"/>
        </a:p>
      </dgm:t>
    </dgm:pt>
    <dgm:pt modelId="{ADC30EBA-D0BF-4600-AE1B-04A51216580C}" type="sibTrans" cxnId="{C00741C5-23A2-40D0-9F22-55CC2B64C736}">
      <dgm:prSet/>
      <dgm:spPr/>
      <dgm:t>
        <a:bodyPr/>
        <a:lstStyle/>
        <a:p>
          <a:endParaRPr lang="pt-BR"/>
        </a:p>
      </dgm:t>
    </dgm:pt>
    <dgm:pt modelId="{AA962B62-C08A-4339-A364-30309452FACF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8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8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1B6313-A814-4731-970E-2B5541189778}" type="parTrans" cxnId="{5B8ADC13-AF4A-4B05-833D-E63617E53F1A}">
      <dgm:prSet/>
      <dgm:spPr/>
      <dgm:t>
        <a:bodyPr/>
        <a:lstStyle/>
        <a:p>
          <a:endParaRPr lang="pt-BR"/>
        </a:p>
      </dgm:t>
    </dgm:pt>
    <dgm:pt modelId="{9C7AB6C6-1EB4-45F0-BD70-A8AABDF50360}" type="sibTrans" cxnId="{5B8ADC13-AF4A-4B05-833D-E63617E53F1A}">
      <dgm:prSet/>
      <dgm:spPr/>
      <dgm:t>
        <a:bodyPr/>
        <a:lstStyle/>
        <a:p>
          <a:endParaRPr lang="pt-BR"/>
        </a:p>
      </dgm:t>
    </dgm:pt>
    <dgm:pt modelId="{00331E06-4320-42E3-9D35-387C43DEB79A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3E58E5B4-28A0-4E22-B47F-0A3CD6662EE4}" type="parTrans" cxnId="{7B0918C1-4F70-4261-92F9-5FE6C3158D3C}">
      <dgm:prSet/>
      <dgm:spPr/>
      <dgm:t>
        <a:bodyPr/>
        <a:lstStyle/>
        <a:p>
          <a:endParaRPr lang="pt-BR"/>
        </a:p>
      </dgm:t>
    </dgm:pt>
    <dgm:pt modelId="{01F9316A-0D2C-4B1D-96A5-403BF291EC55}" type="sibTrans" cxnId="{7B0918C1-4F70-4261-92F9-5FE6C3158D3C}">
      <dgm:prSet/>
      <dgm:spPr/>
      <dgm:t>
        <a:bodyPr/>
        <a:lstStyle/>
        <a:p>
          <a:endParaRPr lang="pt-BR"/>
        </a:p>
      </dgm:t>
    </dgm:pt>
    <dgm:pt modelId="{7FF8A1C9-88C0-40D3-9E14-F18BDAC738FF}" type="pres">
      <dgm:prSet presAssocID="{479DB3F9-B629-4A33-9A9E-D7592977894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F433753-F34A-42A7-B450-1F00CDF98578}" type="pres">
      <dgm:prSet presAssocID="{22D84AA8-492A-4785-A40F-A0F8D4580326}" presName="centerShape" presStyleLbl="node0" presStyleIdx="0" presStyleCnt="1"/>
      <dgm:spPr/>
    </dgm:pt>
    <dgm:pt modelId="{6C0731D9-6516-47E2-B731-8B8F23447169}" type="pres">
      <dgm:prSet presAssocID="{E3D103B3-914D-4A27-AE09-9E6150915764}" presName="node" presStyleLbl="node1" presStyleIdx="0" presStyleCnt="8" custScaleX="125864" custScaleY="128488">
        <dgm:presLayoutVars>
          <dgm:bulletEnabled val="1"/>
        </dgm:presLayoutVars>
      </dgm:prSet>
      <dgm:spPr/>
    </dgm:pt>
    <dgm:pt modelId="{61339300-72C6-49F5-83B6-EDD85BBA89C7}" type="pres">
      <dgm:prSet presAssocID="{E3D103B3-914D-4A27-AE09-9E6150915764}" presName="dummy" presStyleCnt="0"/>
      <dgm:spPr/>
    </dgm:pt>
    <dgm:pt modelId="{96A0BFB7-AAE8-476E-ADAE-CD9C637B6981}" type="pres">
      <dgm:prSet presAssocID="{CE1B60B4-F240-45F9-B745-BAAFBAA77E18}" presName="sibTrans" presStyleLbl="sibTrans2D1" presStyleIdx="0" presStyleCnt="8"/>
      <dgm:spPr/>
    </dgm:pt>
    <dgm:pt modelId="{44BAE9A5-C147-4924-ACBF-57D9FC9972FA}" type="pres">
      <dgm:prSet presAssocID="{2B95381D-CC6F-463F-A53C-4001D8C5859F}" presName="node" presStyleLbl="node1" presStyleIdx="1" presStyleCnt="8" custScaleX="131847" custScaleY="124816">
        <dgm:presLayoutVars>
          <dgm:bulletEnabled val="1"/>
        </dgm:presLayoutVars>
      </dgm:prSet>
      <dgm:spPr/>
    </dgm:pt>
    <dgm:pt modelId="{10D4D09D-97FB-40B0-970B-ECD388DB2DD1}" type="pres">
      <dgm:prSet presAssocID="{2B95381D-CC6F-463F-A53C-4001D8C5859F}" presName="dummy" presStyleCnt="0"/>
      <dgm:spPr/>
    </dgm:pt>
    <dgm:pt modelId="{11B44F92-631E-42DD-84B6-D37491EFEAA1}" type="pres">
      <dgm:prSet presAssocID="{3FD17950-1FDC-4F2D-BDFA-A5B93CB34946}" presName="sibTrans" presStyleLbl="sibTrans2D1" presStyleIdx="1" presStyleCnt="8"/>
      <dgm:spPr/>
    </dgm:pt>
    <dgm:pt modelId="{A9CFBAC3-E4C5-45E4-93C6-CEB9D360B6B2}" type="pres">
      <dgm:prSet presAssocID="{4A7AFC93-4A00-4ABD-991A-6A1ADE676D1F}" presName="node" presStyleLbl="node1" presStyleIdx="2" presStyleCnt="8" custScaleX="123674" custScaleY="125443">
        <dgm:presLayoutVars>
          <dgm:bulletEnabled val="1"/>
        </dgm:presLayoutVars>
      </dgm:prSet>
      <dgm:spPr/>
    </dgm:pt>
    <dgm:pt modelId="{733CF093-0841-4587-AADE-680CABFB9C74}" type="pres">
      <dgm:prSet presAssocID="{4A7AFC93-4A00-4ABD-991A-6A1ADE676D1F}" presName="dummy" presStyleCnt="0"/>
      <dgm:spPr/>
    </dgm:pt>
    <dgm:pt modelId="{DA31789E-49B8-4D4D-900C-2AEDBDF14117}" type="pres">
      <dgm:prSet presAssocID="{200538C0-8CD0-4C29-9E11-9AF6DFA1737E}" presName="sibTrans" presStyleLbl="sibTrans2D1" presStyleIdx="2" presStyleCnt="8"/>
      <dgm:spPr/>
    </dgm:pt>
    <dgm:pt modelId="{B61EE8FB-5848-4DDB-887A-BD7DEA3C4E11}" type="pres">
      <dgm:prSet presAssocID="{52191F5C-20B6-4259-9AC1-553A9945E52E}" presName="node" presStyleLbl="node1" presStyleIdx="3" presStyleCnt="8" custScaleX="127617" custScaleY="128749">
        <dgm:presLayoutVars>
          <dgm:bulletEnabled val="1"/>
        </dgm:presLayoutVars>
      </dgm:prSet>
      <dgm:spPr/>
    </dgm:pt>
    <dgm:pt modelId="{91962597-DD57-4436-9DBC-251ED7912814}" type="pres">
      <dgm:prSet presAssocID="{52191F5C-20B6-4259-9AC1-553A9945E52E}" presName="dummy" presStyleCnt="0"/>
      <dgm:spPr/>
    </dgm:pt>
    <dgm:pt modelId="{6E0456D1-520F-4A83-8E26-7699CCEFB3A7}" type="pres">
      <dgm:prSet presAssocID="{3BD68404-92FB-4D31-9243-109552923BD2}" presName="sibTrans" presStyleLbl="sibTrans2D1" presStyleIdx="3" presStyleCnt="8"/>
      <dgm:spPr/>
    </dgm:pt>
    <dgm:pt modelId="{D2AAD0BD-7312-401C-A53B-5AC14B189033}" type="pres">
      <dgm:prSet presAssocID="{498C3C90-70AC-4C6D-80FE-55BE8C0EAE0D}" presName="node" presStyleLbl="node1" presStyleIdx="4" presStyleCnt="8" custScaleX="126989" custScaleY="131287">
        <dgm:presLayoutVars>
          <dgm:bulletEnabled val="1"/>
        </dgm:presLayoutVars>
      </dgm:prSet>
      <dgm:spPr/>
    </dgm:pt>
    <dgm:pt modelId="{CB01DDD2-E7F1-4B65-AD9B-E9AF90357948}" type="pres">
      <dgm:prSet presAssocID="{498C3C90-70AC-4C6D-80FE-55BE8C0EAE0D}" presName="dummy" presStyleCnt="0"/>
      <dgm:spPr/>
    </dgm:pt>
    <dgm:pt modelId="{E8B357FB-5068-42AE-B829-51F35DBD1AF4}" type="pres">
      <dgm:prSet presAssocID="{52074266-D460-4FB0-A0A7-CDA5FD5E29CF}" presName="sibTrans" presStyleLbl="sibTrans2D1" presStyleIdx="4" presStyleCnt="8"/>
      <dgm:spPr/>
    </dgm:pt>
    <dgm:pt modelId="{7B08933C-4E17-4F06-A6BF-79976A0F7638}" type="pres">
      <dgm:prSet presAssocID="{5473B529-1394-49E5-9351-969A2FC43A0C}" presName="node" presStyleLbl="node1" presStyleIdx="5" presStyleCnt="8" custScaleX="133400" custScaleY="131003">
        <dgm:presLayoutVars>
          <dgm:bulletEnabled val="1"/>
        </dgm:presLayoutVars>
      </dgm:prSet>
      <dgm:spPr/>
    </dgm:pt>
    <dgm:pt modelId="{2F89532B-77EC-4C6E-9DFD-68CD8F4D9269}" type="pres">
      <dgm:prSet presAssocID="{5473B529-1394-49E5-9351-969A2FC43A0C}" presName="dummy" presStyleCnt="0"/>
      <dgm:spPr/>
    </dgm:pt>
    <dgm:pt modelId="{4E2BF0EB-72D5-4A5F-A634-5248A34D8A3B}" type="pres">
      <dgm:prSet presAssocID="{ADC30EBA-D0BF-4600-AE1B-04A51216580C}" presName="sibTrans" presStyleLbl="sibTrans2D1" presStyleIdx="5" presStyleCnt="8"/>
      <dgm:spPr/>
    </dgm:pt>
    <dgm:pt modelId="{A97F8B39-E175-4E5E-9E37-B801B6D09DA5}" type="pres">
      <dgm:prSet presAssocID="{AA962B62-C08A-4339-A364-30309452FACF}" presName="node" presStyleLbl="node1" presStyleIdx="6" presStyleCnt="8" custScaleX="135938" custScaleY="138409">
        <dgm:presLayoutVars>
          <dgm:bulletEnabled val="1"/>
        </dgm:presLayoutVars>
      </dgm:prSet>
      <dgm:spPr/>
    </dgm:pt>
    <dgm:pt modelId="{8F306BC0-F28A-4C54-BFF0-485ABFE1C634}" type="pres">
      <dgm:prSet presAssocID="{AA962B62-C08A-4339-A364-30309452FACF}" presName="dummy" presStyleCnt="0"/>
      <dgm:spPr/>
    </dgm:pt>
    <dgm:pt modelId="{3566E7D2-8BBC-44D2-99C0-75E18C190FD6}" type="pres">
      <dgm:prSet presAssocID="{9C7AB6C6-1EB4-45F0-BD70-A8AABDF50360}" presName="sibTrans" presStyleLbl="sibTrans2D1" presStyleIdx="6" presStyleCnt="8"/>
      <dgm:spPr/>
    </dgm:pt>
    <dgm:pt modelId="{268EDC2A-70D2-4EAD-8E27-66630B8A53A8}" type="pres">
      <dgm:prSet presAssocID="{00331E06-4320-42E3-9D35-387C43DEB79A}" presName="node" presStyleLbl="node1" presStyleIdx="7" presStyleCnt="8" custScaleX="135301" custScaleY="127336">
        <dgm:presLayoutVars>
          <dgm:bulletEnabled val="1"/>
        </dgm:presLayoutVars>
      </dgm:prSet>
      <dgm:spPr/>
    </dgm:pt>
    <dgm:pt modelId="{38965720-6904-4D7C-96A7-4BA2DF61EEED}" type="pres">
      <dgm:prSet presAssocID="{00331E06-4320-42E3-9D35-387C43DEB79A}" presName="dummy" presStyleCnt="0"/>
      <dgm:spPr/>
    </dgm:pt>
    <dgm:pt modelId="{3F69E152-7FC8-44BB-9FCD-B756C2B1F33B}" type="pres">
      <dgm:prSet presAssocID="{01F9316A-0D2C-4B1D-96A5-403BF291EC55}" presName="sibTrans" presStyleLbl="sibTrans2D1" presStyleIdx="7" presStyleCnt="8"/>
      <dgm:spPr/>
    </dgm:pt>
  </dgm:ptLst>
  <dgm:cxnLst>
    <dgm:cxn modelId="{1CCAE70B-B031-420F-82FE-EEACD3D900CA}" srcId="{22D84AA8-492A-4785-A40F-A0F8D4580326}" destId="{52191F5C-20B6-4259-9AC1-553A9945E52E}" srcOrd="3" destOrd="0" parTransId="{82C0E0E3-3F26-42BF-89EA-2B7373C58DEC}" sibTransId="{3BD68404-92FB-4D31-9243-109552923BD2}"/>
    <dgm:cxn modelId="{6862880C-56F6-49CF-8F06-76F620064768}" srcId="{22D84AA8-492A-4785-A40F-A0F8D4580326}" destId="{E3D103B3-914D-4A27-AE09-9E6150915764}" srcOrd="0" destOrd="0" parTransId="{719495B2-3B77-4180-BC24-E24F49247E03}" sibTransId="{CE1B60B4-F240-45F9-B745-BAAFBAA77E18}"/>
    <dgm:cxn modelId="{5B8ADC13-AF4A-4B05-833D-E63617E53F1A}" srcId="{22D84AA8-492A-4785-A40F-A0F8D4580326}" destId="{AA962B62-C08A-4339-A364-30309452FACF}" srcOrd="6" destOrd="0" parTransId="{031B6313-A814-4731-970E-2B5541189778}" sibTransId="{9C7AB6C6-1EB4-45F0-BD70-A8AABDF50360}"/>
    <dgm:cxn modelId="{E6B4241A-6880-4E7F-A81E-F762CF66606B}" srcId="{479DB3F9-B629-4A33-9A9E-D75929778943}" destId="{22D84AA8-492A-4785-A40F-A0F8D4580326}" srcOrd="0" destOrd="0" parTransId="{B9FA282A-756B-4E3F-88EA-600E36ABC06B}" sibTransId="{F2F2191D-F48F-4650-9B27-CF325ACB8925}"/>
    <dgm:cxn modelId="{6D05963C-7DE5-4370-A9C8-359283BDCE2D}" type="presOf" srcId="{AA962B62-C08A-4339-A364-30309452FACF}" destId="{A97F8B39-E175-4E5E-9E37-B801B6D09DA5}" srcOrd="0" destOrd="0" presId="urn:microsoft.com/office/officeart/2005/8/layout/radial6"/>
    <dgm:cxn modelId="{C6D9224E-F9F0-4A40-BA76-151D8299301E}" type="presOf" srcId="{3BD68404-92FB-4D31-9243-109552923BD2}" destId="{6E0456D1-520F-4A83-8E26-7699CCEFB3A7}" srcOrd="0" destOrd="0" presId="urn:microsoft.com/office/officeart/2005/8/layout/radial6"/>
    <dgm:cxn modelId="{60EAB64E-3E0A-491E-8316-0DE4B3F336A3}" type="presOf" srcId="{22D84AA8-492A-4785-A40F-A0F8D4580326}" destId="{7F433753-F34A-42A7-B450-1F00CDF98578}" srcOrd="0" destOrd="0" presId="urn:microsoft.com/office/officeart/2005/8/layout/radial6"/>
    <dgm:cxn modelId="{21845B70-7571-4D5C-88E4-CD2F3D985481}" type="presOf" srcId="{5473B529-1394-49E5-9351-969A2FC43A0C}" destId="{7B08933C-4E17-4F06-A6BF-79976A0F7638}" srcOrd="0" destOrd="0" presId="urn:microsoft.com/office/officeart/2005/8/layout/radial6"/>
    <dgm:cxn modelId="{9B10CC51-BDD2-42AC-AD58-A4A0A83BDE73}" type="presOf" srcId="{498C3C90-70AC-4C6D-80FE-55BE8C0EAE0D}" destId="{D2AAD0BD-7312-401C-A53B-5AC14B189033}" srcOrd="0" destOrd="0" presId="urn:microsoft.com/office/officeart/2005/8/layout/radial6"/>
    <dgm:cxn modelId="{817EE071-63F6-483C-9901-16858B8704B1}" type="presOf" srcId="{01F9316A-0D2C-4B1D-96A5-403BF291EC55}" destId="{3F69E152-7FC8-44BB-9FCD-B756C2B1F33B}" srcOrd="0" destOrd="0" presId="urn:microsoft.com/office/officeart/2005/8/layout/radial6"/>
    <dgm:cxn modelId="{ED726B74-E473-4019-BA18-28784FC6676E}" type="presOf" srcId="{3FD17950-1FDC-4F2D-BDFA-A5B93CB34946}" destId="{11B44F92-631E-42DD-84B6-D37491EFEAA1}" srcOrd="0" destOrd="0" presId="urn:microsoft.com/office/officeart/2005/8/layout/radial6"/>
    <dgm:cxn modelId="{10658355-E0B8-4C8F-B63A-FD4D2B758CEC}" srcId="{22D84AA8-492A-4785-A40F-A0F8D4580326}" destId="{4A7AFC93-4A00-4ABD-991A-6A1ADE676D1F}" srcOrd="2" destOrd="0" parTransId="{1055F3B2-E8FB-461F-B8FA-93C7FAA7E281}" sibTransId="{200538C0-8CD0-4C29-9E11-9AF6DFA1737E}"/>
    <dgm:cxn modelId="{09C32457-D27F-4185-9524-54B31250D599}" type="presOf" srcId="{00331E06-4320-42E3-9D35-387C43DEB79A}" destId="{268EDC2A-70D2-4EAD-8E27-66630B8A53A8}" srcOrd="0" destOrd="0" presId="urn:microsoft.com/office/officeart/2005/8/layout/radial6"/>
    <dgm:cxn modelId="{CF7A0859-2C74-442F-8C92-99B6AD7BBFA8}" type="presOf" srcId="{CE1B60B4-F240-45F9-B745-BAAFBAA77E18}" destId="{96A0BFB7-AAE8-476E-ADAE-CD9C637B6981}" srcOrd="0" destOrd="0" presId="urn:microsoft.com/office/officeart/2005/8/layout/radial6"/>
    <dgm:cxn modelId="{E7CA807A-771A-4249-8FC8-182DBCAE2F5E}" srcId="{22D84AA8-492A-4785-A40F-A0F8D4580326}" destId="{2B95381D-CC6F-463F-A53C-4001D8C5859F}" srcOrd="1" destOrd="0" parTransId="{B4E4C8DE-4901-48CD-AD1E-08BC223EE6A4}" sibTransId="{3FD17950-1FDC-4F2D-BDFA-A5B93CB34946}"/>
    <dgm:cxn modelId="{2086B086-2CF9-4D42-ABA3-FBA1452AB64C}" type="presOf" srcId="{479DB3F9-B629-4A33-9A9E-D75929778943}" destId="{7FF8A1C9-88C0-40D3-9E14-F18BDAC738FF}" srcOrd="0" destOrd="0" presId="urn:microsoft.com/office/officeart/2005/8/layout/radial6"/>
    <dgm:cxn modelId="{D35D69B8-B984-4BDA-BCCB-D84D2806B155}" type="presOf" srcId="{2B95381D-CC6F-463F-A53C-4001D8C5859F}" destId="{44BAE9A5-C147-4924-ACBF-57D9FC9972FA}" srcOrd="0" destOrd="0" presId="urn:microsoft.com/office/officeart/2005/8/layout/radial6"/>
    <dgm:cxn modelId="{7B0918C1-4F70-4261-92F9-5FE6C3158D3C}" srcId="{22D84AA8-492A-4785-A40F-A0F8D4580326}" destId="{00331E06-4320-42E3-9D35-387C43DEB79A}" srcOrd="7" destOrd="0" parTransId="{3E58E5B4-28A0-4E22-B47F-0A3CD6662EE4}" sibTransId="{01F9316A-0D2C-4B1D-96A5-403BF291EC55}"/>
    <dgm:cxn modelId="{0FD8C0C2-5448-411E-89FE-A8AB0A09D237}" type="presOf" srcId="{4A7AFC93-4A00-4ABD-991A-6A1ADE676D1F}" destId="{A9CFBAC3-E4C5-45E4-93C6-CEB9D360B6B2}" srcOrd="0" destOrd="0" presId="urn:microsoft.com/office/officeart/2005/8/layout/radial6"/>
    <dgm:cxn modelId="{C00741C5-23A2-40D0-9F22-55CC2B64C736}" srcId="{22D84AA8-492A-4785-A40F-A0F8D4580326}" destId="{5473B529-1394-49E5-9351-969A2FC43A0C}" srcOrd="5" destOrd="0" parTransId="{067CA825-48C1-4144-83C5-E14A38E7D765}" sibTransId="{ADC30EBA-D0BF-4600-AE1B-04A51216580C}"/>
    <dgm:cxn modelId="{5D3E27D0-34F5-4FF9-84E1-F9EB2B044B90}" type="presOf" srcId="{52074266-D460-4FB0-A0A7-CDA5FD5E29CF}" destId="{E8B357FB-5068-42AE-B829-51F35DBD1AF4}" srcOrd="0" destOrd="0" presId="urn:microsoft.com/office/officeart/2005/8/layout/radial6"/>
    <dgm:cxn modelId="{56E6BDDC-688A-4405-8144-7D02C8F3CA32}" type="presOf" srcId="{9C7AB6C6-1EB4-45F0-BD70-A8AABDF50360}" destId="{3566E7D2-8BBC-44D2-99C0-75E18C190FD6}" srcOrd="0" destOrd="0" presId="urn:microsoft.com/office/officeart/2005/8/layout/radial6"/>
    <dgm:cxn modelId="{11B17DE7-C3E3-4F8A-85EE-459FDC5E81A0}" type="presOf" srcId="{52191F5C-20B6-4259-9AC1-553A9945E52E}" destId="{B61EE8FB-5848-4DDB-887A-BD7DEA3C4E11}" srcOrd="0" destOrd="0" presId="urn:microsoft.com/office/officeart/2005/8/layout/radial6"/>
    <dgm:cxn modelId="{4EDBC2EE-DD50-4E06-BB67-006DBC30C3E6}" type="presOf" srcId="{ADC30EBA-D0BF-4600-AE1B-04A51216580C}" destId="{4E2BF0EB-72D5-4A5F-A634-5248A34D8A3B}" srcOrd="0" destOrd="0" presId="urn:microsoft.com/office/officeart/2005/8/layout/radial6"/>
    <dgm:cxn modelId="{3EB481F2-AB35-473A-B6DB-62E50843A11C}" type="presOf" srcId="{200538C0-8CD0-4C29-9E11-9AF6DFA1737E}" destId="{DA31789E-49B8-4D4D-900C-2AEDBDF14117}" srcOrd="0" destOrd="0" presId="urn:microsoft.com/office/officeart/2005/8/layout/radial6"/>
    <dgm:cxn modelId="{7FA421F8-58D0-455B-90C1-6B2BB2BF458F}" type="presOf" srcId="{E3D103B3-914D-4A27-AE09-9E6150915764}" destId="{6C0731D9-6516-47E2-B731-8B8F23447169}" srcOrd="0" destOrd="0" presId="urn:microsoft.com/office/officeart/2005/8/layout/radial6"/>
    <dgm:cxn modelId="{0A6772FF-78C3-4200-A6D9-D9F930B46452}" srcId="{22D84AA8-492A-4785-A40F-A0F8D4580326}" destId="{498C3C90-70AC-4C6D-80FE-55BE8C0EAE0D}" srcOrd="4" destOrd="0" parTransId="{4E4CE550-9840-46DA-8187-F183680AB348}" sibTransId="{52074266-D460-4FB0-A0A7-CDA5FD5E29CF}"/>
    <dgm:cxn modelId="{2E5D235E-9AAC-4CC1-90CB-7B9F3DB4013F}" type="presParOf" srcId="{7FF8A1C9-88C0-40D3-9E14-F18BDAC738FF}" destId="{7F433753-F34A-42A7-B450-1F00CDF98578}" srcOrd="0" destOrd="0" presId="urn:microsoft.com/office/officeart/2005/8/layout/radial6"/>
    <dgm:cxn modelId="{C0C647C2-61A0-4E3C-AA83-640061D66DE9}" type="presParOf" srcId="{7FF8A1C9-88C0-40D3-9E14-F18BDAC738FF}" destId="{6C0731D9-6516-47E2-B731-8B8F23447169}" srcOrd="1" destOrd="0" presId="urn:microsoft.com/office/officeart/2005/8/layout/radial6"/>
    <dgm:cxn modelId="{73159582-D900-49E2-B525-E83E7FAEE444}" type="presParOf" srcId="{7FF8A1C9-88C0-40D3-9E14-F18BDAC738FF}" destId="{61339300-72C6-49F5-83B6-EDD85BBA89C7}" srcOrd="2" destOrd="0" presId="urn:microsoft.com/office/officeart/2005/8/layout/radial6"/>
    <dgm:cxn modelId="{A3EAEAAD-98A8-474C-AECF-8F46CF221F2B}" type="presParOf" srcId="{7FF8A1C9-88C0-40D3-9E14-F18BDAC738FF}" destId="{96A0BFB7-AAE8-476E-ADAE-CD9C637B6981}" srcOrd="3" destOrd="0" presId="urn:microsoft.com/office/officeart/2005/8/layout/radial6"/>
    <dgm:cxn modelId="{764E5575-EE69-4C35-9C50-C709B8A5B3A9}" type="presParOf" srcId="{7FF8A1C9-88C0-40D3-9E14-F18BDAC738FF}" destId="{44BAE9A5-C147-4924-ACBF-57D9FC9972FA}" srcOrd="4" destOrd="0" presId="urn:microsoft.com/office/officeart/2005/8/layout/radial6"/>
    <dgm:cxn modelId="{EBE67F3C-2BF0-4C7F-9733-CE25E661ABA0}" type="presParOf" srcId="{7FF8A1C9-88C0-40D3-9E14-F18BDAC738FF}" destId="{10D4D09D-97FB-40B0-970B-ECD388DB2DD1}" srcOrd="5" destOrd="0" presId="urn:microsoft.com/office/officeart/2005/8/layout/radial6"/>
    <dgm:cxn modelId="{A49774FC-8453-4E8B-BA23-7B031688D4EE}" type="presParOf" srcId="{7FF8A1C9-88C0-40D3-9E14-F18BDAC738FF}" destId="{11B44F92-631E-42DD-84B6-D37491EFEAA1}" srcOrd="6" destOrd="0" presId="urn:microsoft.com/office/officeart/2005/8/layout/radial6"/>
    <dgm:cxn modelId="{F89BB7FE-1194-49F2-877F-C23A769281E2}" type="presParOf" srcId="{7FF8A1C9-88C0-40D3-9E14-F18BDAC738FF}" destId="{A9CFBAC3-E4C5-45E4-93C6-CEB9D360B6B2}" srcOrd="7" destOrd="0" presId="urn:microsoft.com/office/officeart/2005/8/layout/radial6"/>
    <dgm:cxn modelId="{D7AC899E-6167-4282-A816-BCEE1C3DD8F5}" type="presParOf" srcId="{7FF8A1C9-88C0-40D3-9E14-F18BDAC738FF}" destId="{733CF093-0841-4587-AADE-680CABFB9C74}" srcOrd="8" destOrd="0" presId="urn:microsoft.com/office/officeart/2005/8/layout/radial6"/>
    <dgm:cxn modelId="{477CB396-0A58-4B7D-8F5D-5709F69D3595}" type="presParOf" srcId="{7FF8A1C9-88C0-40D3-9E14-F18BDAC738FF}" destId="{DA31789E-49B8-4D4D-900C-2AEDBDF14117}" srcOrd="9" destOrd="0" presId="urn:microsoft.com/office/officeart/2005/8/layout/radial6"/>
    <dgm:cxn modelId="{A9EC6633-BB20-4DF4-8D0E-E3A2F93D2A14}" type="presParOf" srcId="{7FF8A1C9-88C0-40D3-9E14-F18BDAC738FF}" destId="{B61EE8FB-5848-4DDB-887A-BD7DEA3C4E11}" srcOrd="10" destOrd="0" presId="urn:microsoft.com/office/officeart/2005/8/layout/radial6"/>
    <dgm:cxn modelId="{065728D1-4245-42A9-A0B4-2F83691D3F6E}" type="presParOf" srcId="{7FF8A1C9-88C0-40D3-9E14-F18BDAC738FF}" destId="{91962597-DD57-4436-9DBC-251ED7912814}" srcOrd="11" destOrd="0" presId="urn:microsoft.com/office/officeart/2005/8/layout/radial6"/>
    <dgm:cxn modelId="{F1C72225-5A88-489B-BE5B-033FEE12E662}" type="presParOf" srcId="{7FF8A1C9-88C0-40D3-9E14-F18BDAC738FF}" destId="{6E0456D1-520F-4A83-8E26-7699CCEFB3A7}" srcOrd="12" destOrd="0" presId="urn:microsoft.com/office/officeart/2005/8/layout/radial6"/>
    <dgm:cxn modelId="{3620DB2B-242D-4813-9C64-C589605CBB27}" type="presParOf" srcId="{7FF8A1C9-88C0-40D3-9E14-F18BDAC738FF}" destId="{D2AAD0BD-7312-401C-A53B-5AC14B189033}" srcOrd="13" destOrd="0" presId="urn:microsoft.com/office/officeart/2005/8/layout/radial6"/>
    <dgm:cxn modelId="{9E3F8782-C093-4EF1-BF01-21A8346C2A95}" type="presParOf" srcId="{7FF8A1C9-88C0-40D3-9E14-F18BDAC738FF}" destId="{CB01DDD2-E7F1-4B65-AD9B-E9AF90357948}" srcOrd="14" destOrd="0" presId="urn:microsoft.com/office/officeart/2005/8/layout/radial6"/>
    <dgm:cxn modelId="{9C6AEB0E-D6C9-4E13-8B22-E3E6637BFE66}" type="presParOf" srcId="{7FF8A1C9-88C0-40D3-9E14-F18BDAC738FF}" destId="{E8B357FB-5068-42AE-B829-51F35DBD1AF4}" srcOrd="15" destOrd="0" presId="urn:microsoft.com/office/officeart/2005/8/layout/radial6"/>
    <dgm:cxn modelId="{BAAA3710-036F-46F0-B45D-D5F2A00C3CA7}" type="presParOf" srcId="{7FF8A1C9-88C0-40D3-9E14-F18BDAC738FF}" destId="{7B08933C-4E17-4F06-A6BF-79976A0F7638}" srcOrd="16" destOrd="0" presId="urn:microsoft.com/office/officeart/2005/8/layout/radial6"/>
    <dgm:cxn modelId="{4C782B27-32DF-40BA-BD5F-689C46C69E75}" type="presParOf" srcId="{7FF8A1C9-88C0-40D3-9E14-F18BDAC738FF}" destId="{2F89532B-77EC-4C6E-9DFD-68CD8F4D9269}" srcOrd="17" destOrd="0" presId="urn:microsoft.com/office/officeart/2005/8/layout/radial6"/>
    <dgm:cxn modelId="{6A816588-8D7B-4A7A-A80A-D9A280BF029B}" type="presParOf" srcId="{7FF8A1C9-88C0-40D3-9E14-F18BDAC738FF}" destId="{4E2BF0EB-72D5-4A5F-A634-5248A34D8A3B}" srcOrd="18" destOrd="0" presId="urn:microsoft.com/office/officeart/2005/8/layout/radial6"/>
    <dgm:cxn modelId="{5E70FF84-7784-45EC-B342-3349B3790429}" type="presParOf" srcId="{7FF8A1C9-88C0-40D3-9E14-F18BDAC738FF}" destId="{A97F8B39-E175-4E5E-9E37-B801B6D09DA5}" srcOrd="19" destOrd="0" presId="urn:microsoft.com/office/officeart/2005/8/layout/radial6"/>
    <dgm:cxn modelId="{CC306E2A-618A-4722-B8DA-CFED897DD7EC}" type="presParOf" srcId="{7FF8A1C9-88C0-40D3-9E14-F18BDAC738FF}" destId="{8F306BC0-F28A-4C54-BFF0-485ABFE1C634}" srcOrd="20" destOrd="0" presId="urn:microsoft.com/office/officeart/2005/8/layout/radial6"/>
    <dgm:cxn modelId="{B4D0D825-4A5D-482F-B42A-886AAE778C5D}" type="presParOf" srcId="{7FF8A1C9-88C0-40D3-9E14-F18BDAC738FF}" destId="{3566E7D2-8BBC-44D2-99C0-75E18C190FD6}" srcOrd="21" destOrd="0" presId="urn:microsoft.com/office/officeart/2005/8/layout/radial6"/>
    <dgm:cxn modelId="{3752F15C-D1D6-4110-8357-3935553FA89D}" type="presParOf" srcId="{7FF8A1C9-88C0-40D3-9E14-F18BDAC738FF}" destId="{268EDC2A-70D2-4EAD-8E27-66630B8A53A8}" srcOrd="22" destOrd="0" presId="urn:microsoft.com/office/officeart/2005/8/layout/radial6"/>
    <dgm:cxn modelId="{B5F275A2-DD95-488A-A44C-5E6AFA427AB0}" type="presParOf" srcId="{7FF8A1C9-88C0-40D3-9E14-F18BDAC738FF}" destId="{38965720-6904-4D7C-96A7-4BA2DF61EEED}" srcOrd="23" destOrd="0" presId="urn:microsoft.com/office/officeart/2005/8/layout/radial6"/>
    <dgm:cxn modelId="{E5A25332-37DA-4337-9510-F92F36F5548D}" type="presParOf" srcId="{7FF8A1C9-88C0-40D3-9E14-F18BDAC738FF}" destId="{3F69E152-7FC8-44BB-9FCD-B756C2B1F33B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DB3F9-B629-4A33-9A9E-D7592977894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2D84AA8-492A-4785-A40F-A0F8D4580326}">
      <dgm:prSet phldrT="[Texto]"/>
      <dgm:spPr>
        <a:solidFill>
          <a:srgbClr val="CC0066"/>
        </a:solidFill>
      </dgm:spPr>
      <dgm:t>
        <a:bodyPr/>
        <a:lstStyle/>
        <a:p>
          <a:r>
            <a:rPr lang="pt-BR" dirty="0"/>
            <a:t>ITIL</a:t>
          </a:r>
        </a:p>
      </dgm:t>
    </dgm:pt>
    <dgm:pt modelId="{B9FA282A-756B-4E3F-88EA-600E36ABC06B}" type="parTrans" cxnId="{E6B4241A-6880-4E7F-A81E-F762CF66606B}">
      <dgm:prSet/>
      <dgm:spPr/>
      <dgm:t>
        <a:bodyPr/>
        <a:lstStyle/>
        <a:p>
          <a:endParaRPr lang="pt-BR"/>
        </a:p>
      </dgm:t>
    </dgm:pt>
    <dgm:pt modelId="{F2F2191D-F48F-4650-9B27-CF325ACB8925}" type="sibTrans" cxnId="{E6B4241A-6880-4E7F-A81E-F762CF66606B}">
      <dgm:prSet/>
      <dgm:spPr/>
      <dgm:t>
        <a:bodyPr/>
        <a:lstStyle/>
        <a:p>
          <a:endParaRPr lang="pt-BR"/>
        </a:p>
      </dgm:t>
    </dgm:pt>
    <dgm:pt modelId="{E3D103B3-914D-4A27-AE09-9E615091576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719495B2-3B77-4180-BC24-E24F49247E03}" type="parTrans" cxnId="{6862880C-56F6-49CF-8F06-76F620064768}">
      <dgm:prSet/>
      <dgm:spPr/>
      <dgm:t>
        <a:bodyPr/>
        <a:lstStyle/>
        <a:p>
          <a:endParaRPr lang="pt-BR"/>
        </a:p>
      </dgm:t>
    </dgm:pt>
    <dgm:pt modelId="{CE1B60B4-F240-45F9-B745-BAAFBAA77E18}" type="sibTrans" cxnId="{6862880C-56F6-49CF-8F06-76F620064768}">
      <dgm:prSet/>
      <dgm:spPr/>
      <dgm:t>
        <a:bodyPr/>
        <a:lstStyle/>
        <a:p>
          <a:endParaRPr lang="pt-BR"/>
        </a:p>
      </dgm:t>
    </dgm:pt>
    <dgm:pt modelId="{2B95381D-CC6F-463F-A53C-4001D8C5859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B4E4C8DE-4901-48CD-AD1E-08BC223EE6A4}" type="parTrans" cxnId="{E7CA807A-771A-4249-8FC8-182DBCAE2F5E}">
      <dgm:prSet/>
      <dgm:spPr/>
      <dgm:t>
        <a:bodyPr/>
        <a:lstStyle/>
        <a:p>
          <a:endParaRPr lang="pt-BR"/>
        </a:p>
      </dgm:t>
    </dgm:pt>
    <dgm:pt modelId="{3FD17950-1FDC-4F2D-BDFA-A5B93CB34946}" type="sibTrans" cxnId="{E7CA807A-771A-4249-8FC8-182DBCAE2F5E}">
      <dgm:prSet/>
      <dgm:spPr/>
      <dgm:t>
        <a:bodyPr/>
        <a:lstStyle/>
        <a:p>
          <a:endParaRPr lang="pt-BR"/>
        </a:p>
      </dgm:t>
    </dgm:pt>
    <dgm:pt modelId="{4A7AFC93-4A00-4ABD-991A-6A1ADE676D1F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1055F3B2-E8FB-461F-B8FA-93C7FAA7E281}" type="parTrans" cxnId="{10658355-E0B8-4C8F-B63A-FD4D2B758CEC}">
      <dgm:prSet/>
      <dgm:spPr/>
      <dgm:t>
        <a:bodyPr/>
        <a:lstStyle/>
        <a:p>
          <a:endParaRPr lang="pt-BR"/>
        </a:p>
      </dgm:t>
    </dgm:pt>
    <dgm:pt modelId="{200538C0-8CD0-4C29-9E11-9AF6DFA1737E}" type="sibTrans" cxnId="{10658355-E0B8-4C8F-B63A-FD4D2B758CEC}">
      <dgm:prSet/>
      <dgm:spPr/>
      <dgm:t>
        <a:bodyPr/>
        <a:lstStyle/>
        <a:p>
          <a:endParaRPr lang="pt-BR"/>
        </a:p>
      </dgm:t>
    </dgm:pt>
    <dgm:pt modelId="{52191F5C-20B6-4259-9AC1-553A9945E52E}">
      <dgm:prSet phldrT="[Texto]" custT="1"/>
      <dgm:spPr/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gm:t>
    </dgm:pt>
    <dgm:pt modelId="{82C0E0E3-3F26-42BF-89EA-2B7373C58DEC}" type="parTrans" cxnId="{1CCAE70B-B031-420F-82FE-EEACD3D900CA}">
      <dgm:prSet/>
      <dgm:spPr/>
      <dgm:t>
        <a:bodyPr/>
        <a:lstStyle/>
        <a:p>
          <a:endParaRPr lang="pt-BR"/>
        </a:p>
      </dgm:t>
    </dgm:pt>
    <dgm:pt modelId="{3BD68404-92FB-4D31-9243-109552923BD2}" type="sibTrans" cxnId="{1CCAE70B-B031-420F-82FE-EEACD3D900CA}">
      <dgm:prSet/>
      <dgm:spPr/>
      <dgm:t>
        <a:bodyPr/>
        <a:lstStyle/>
        <a:p>
          <a:endParaRPr lang="pt-BR"/>
        </a:p>
      </dgm:t>
    </dgm:pt>
    <dgm:pt modelId="{498C3C90-70AC-4C6D-80FE-55BE8C0EAE0D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4E4CE550-9840-46DA-8187-F183680AB348}" type="parTrans" cxnId="{0A6772FF-78C3-4200-A6D9-D9F930B46452}">
      <dgm:prSet/>
      <dgm:spPr/>
      <dgm:t>
        <a:bodyPr/>
        <a:lstStyle/>
        <a:p>
          <a:endParaRPr lang="pt-BR"/>
        </a:p>
      </dgm:t>
    </dgm:pt>
    <dgm:pt modelId="{52074266-D460-4FB0-A0A7-CDA5FD5E29CF}" type="sibTrans" cxnId="{0A6772FF-78C3-4200-A6D9-D9F930B46452}">
      <dgm:prSet/>
      <dgm:spPr/>
      <dgm:t>
        <a:bodyPr/>
        <a:lstStyle/>
        <a:p>
          <a:endParaRPr lang="pt-BR"/>
        </a:p>
      </dgm:t>
    </dgm:pt>
    <dgm:pt modelId="{5473B529-1394-49E5-9351-969A2FC43A0C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gm:t>
    </dgm:pt>
    <dgm:pt modelId="{067CA825-48C1-4144-83C5-E14A38E7D765}" type="parTrans" cxnId="{C00741C5-23A2-40D0-9F22-55CC2B64C736}">
      <dgm:prSet/>
      <dgm:spPr/>
      <dgm:t>
        <a:bodyPr/>
        <a:lstStyle/>
        <a:p>
          <a:endParaRPr lang="pt-BR"/>
        </a:p>
      </dgm:t>
    </dgm:pt>
    <dgm:pt modelId="{ADC30EBA-D0BF-4600-AE1B-04A51216580C}" type="sibTrans" cxnId="{C00741C5-23A2-40D0-9F22-55CC2B64C736}">
      <dgm:prSet/>
      <dgm:spPr/>
      <dgm:t>
        <a:bodyPr/>
        <a:lstStyle/>
        <a:p>
          <a:endParaRPr lang="pt-BR"/>
        </a:p>
      </dgm:t>
    </dgm:pt>
    <dgm:pt modelId="{AA962B62-C08A-4339-A364-30309452FACF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1B6313-A814-4731-970E-2B5541189778}" type="parTrans" cxnId="{5B8ADC13-AF4A-4B05-833D-E63617E53F1A}">
      <dgm:prSet/>
      <dgm:spPr/>
      <dgm:t>
        <a:bodyPr/>
        <a:lstStyle/>
        <a:p>
          <a:endParaRPr lang="pt-BR"/>
        </a:p>
      </dgm:t>
    </dgm:pt>
    <dgm:pt modelId="{9C7AB6C6-1EB4-45F0-BD70-A8AABDF50360}" type="sibTrans" cxnId="{5B8ADC13-AF4A-4B05-833D-E63617E53F1A}">
      <dgm:prSet/>
      <dgm:spPr/>
      <dgm:t>
        <a:bodyPr/>
        <a:lstStyle/>
        <a:p>
          <a:endParaRPr lang="pt-BR"/>
        </a:p>
      </dgm:t>
    </dgm:pt>
    <dgm:pt modelId="{00331E06-4320-42E3-9D35-387C43DEB79A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3E58E5B4-28A0-4E22-B47F-0A3CD6662EE4}" type="parTrans" cxnId="{7B0918C1-4F70-4261-92F9-5FE6C3158D3C}">
      <dgm:prSet/>
      <dgm:spPr/>
      <dgm:t>
        <a:bodyPr/>
        <a:lstStyle/>
        <a:p>
          <a:endParaRPr lang="pt-BR"/>
        </a:p>
      </dgm:t>
    </dgm:pt>
    <dgm:pt modelId="{01F9316A-0D2C-4B1D-96A5-403BF291EC55}" type="sibTrans" cxnId="{7B0918C1-4F70-4261-92F9-5FE6C3158D3C}">
      <dgm:prSet/>
      <dgm:spPr/>
      <dgm:t>
        <a:bodyPr/>
        <a:lstStyle/>
        <a:p>
          <a:endParaRPr lang="pt-BR"/>
        </a:p>
      </dgm:t>
    </dgm:pt>
    <dgm:pt modelId="{7FF8A1C9-88C0-40D3-9E14-F18BDAC738FF}" type="pres">
      <dgm:prSet presAssocID="{479DB3F9-B629-4A33-9A9E-D7592977894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F433753-F34A-42A7-B450-1F00CDF98578}" type="pres">
      <dgm:prSet presAssocID="{22D84AA8-492A-4785-A40F-A0F8D4580326}" presName="centerShape" presStyleLbl="node0" presStyleIdx="0" presStyleCnt="1"/>
      <dgm:spPr/>
    </dgm:pt>
    <dgm:pt modelId="{6C0731D9-6516-47E2-B731-8B8F23447169}" type="pres">
      <dgm:prSet presAssocID="{E3D103B3-914D-4A27-AE09-9E6150915764}" presName="node" presStyleLbl="node1" presStyleIdx="0" presStyleCnt="8" custScaleX="125864" custScaleY="128488">
        <dgm:presLayoutVars>
          <dgm:bulletEnabled val="1"/>
        </dgm:presLayoutVars>
      </dgm:prSet>
      <dgm:spPr/>
    </dgm:pt>
    <dgm:pt modelId="{61339300-72C6-49F5-83B6-EDD85BBA89C7}" type="pres">
      <dgm:prSet presAssocID="{E3D103B3-914D-4A27-AE09-9E6150915764}" presName="dummy" presStyleCnt="0"/>
      <dgm:spPr/>
    </dgm:pt>
    <dgm:pt modelId="{96A0BFB7-AAE8-476E-ADAE-CD9C637B6981}" type="pres">
      <dgm:prSet presAssocID="{CE1B60B4-F240-45F9-B745-BAAFBAA77E18}" presName="sibTrans" presStyleLbl="sibTrans2D1" presStyleIdx="0" presStyleCnt="8"/>
      <dgm:spPr/>
    </dgm:pt>
    <dgm:pt modelId="{44BAE9A5-C147-4924-ACBF-57D9FC9972FA}" type="pres">
      <dgm:prSet presAssocID="{2B95381D-CC6F-463F-A53C-4001D8C5859F}" presName="node" presStyleLbl="node1" presStyleIdx="1" presStyleCnt="8" custScaleX="131847" custScaleY="124816">
        <dgm:presLayoutVars>
          <dgm:bulletEnabled val="1"/>
        </dgm:presLayoutVars>
      </dgm:prSet>
      <dgm:spPr/>
    </dgm:pt>
    <dgm:pt modelId="{10D4D09D-97FB-40B0-970B-ECD388DB2DD1}" type="pres">
      <dgm:prSet presAssocID="{2B95381D-CC6F-463F-A53C-4001D8C5859F}" presName="dummy" presStyleCnt="0"/>
      <dgm:spPr/>
    </dgm:pt>
    <dgm:pt modelId="{11B44F92-631E-42DD-84B6-D37491EFEAA1}" type="pres">
      <dgm:prSet presAssocID="{3FD17950-1FDC-4F2D-BDFA-A5B93CB34946}" presName="sibTrans" presStyleLbl="sibTrans2D1" presStyleIdx="1" presStyleCnt="8"/>
      <dgm:spPr/>
    </dgm:pt>
    <dgm:pt modelId="{A9CFBAC3-E4C5-45E4-93C6-CEB9D360B6B2}" type="pres">
      <dgm:prSet presAssocID="{4A7AFC93-4A00-4ABD-991A-6A1ADE676D1F}" presName="node" presStyleLbl="node1" presStyleIdx="2" presStyleCnt="8" custScaleX="123674" custScaleY="125443">
        <dgm:presLayoutVars>
          <dgm:bulletEnabled val="1"/>
        </dgm:presLayoutVars>
      </dgm:prSet>
      <dgm:spPr/>
    </dgm:pt>
    <dgm:pt modelId="{733CF093-0841-4587-AADE-680CABFB9C74}" type="pres">
      <dgm:prSet presAssocID="{4A7AFC93-4A00-4ABD-991A-6A1ADE676D1F}" presName="dummy" presStyleCnt="0"/>
      <dgm:spPr/>
    </dgm:pt>
    <dgm:pt modelId="{DA31789E-49B8-4D4D-900C-2AEDBDF14117}" type="pres">
      <dgm:prSet presAssocID="{200538C0-8CD0-4C29-9E11-9AF6DFA1737E}" presName="sibTrans" presStyleLbl="sibTrans2D1" presStyleIdx="2" presStyleCnt="8"/>
      <dgm:spPr/>
    </dgm:pt>
    <dgm:pt modelId="{B61EE8FB-5848-4DDB-887A-BD7DEA3C4E11}" type="pres">
      <dgm:prSet presAssocID="{52191F5C-20B6-4259-9AC1-553A9945E52E}" presName="node" presStyleLbl="node1" presStyleIdx="3" presStyleCnt="8" custScaleX="127617" custScaleY="128749">
        <dgm:presLayoutVars>
          <dgm:bulletEnabled val="1"/>
        </dgm:presLayoutVars>
      </dgm:prSet>
      <dgm:spPr/>
    </dgm:pt>
    <dgm:pt modelId="{91962597-DD57-4436-9DBC-251ED7912814}" type="pres">
      <dgm:prSet presAssocID="{52191F5C-20B6-4259-9AC1-553A9945E52E}" presName="dummy" presStyleCnt="0"/>
      <dgm:spPr/>
    </dgm:pt>
    <dgm:pt modelId="{6E0456D1-520F-4A83-8E26-7699CCEFB3A7}" type="pres">
      <dgm:prSet presAssocID="{3BD68404-92FB-4D31-9243-109552923BD2}" presName="sibTrans" presStyleLbl="sibTrans2D1" presStyleIdx="3" presStyleCnt="8"/>
      <dgm:spPr/>
    </dgm:pt>
    <dgm:pt modelId="{D2AAD0BD-7312-401C-A53B-5AC14B189033}" type="pres">
      <dgm:prSet presAssocID="{498C3C90-70AC-4C6D-80FE-55BE8C0EAE0D}" presName="node" presStyleLbl="node1" presStyleIdx="4" presStyleCnt="8" custScaleX="126989" custScaleY="131287">
        <dgm:presLayoutVars>
          <dgm:bulletEnabled val="1"/>
        </dgm:presLayoutVars>
      </dgm:prSet>
      <dgm:spPr/>
    </dgm:pt>
    <dgm:pt modelId="{CB01DDD2-E7F1-4B65-AD9B-E9AF90357948}" type="pres">
      <dgm:prSet presAssocID="{498C3C90-70AC-4C6D-80FE-55BE8C0EAE0D}" presName="dummy" presStyleCnt="0"/>
      <dgm:spPr/>
    </dgm:pt>
    <dgm:pt modelId="{E8B357FB-5068-42AE-B829-51F35DBD1AF4}" type="pres">
      <dgm:prSet presAssocID="{52074266-D460-4FB0-A0A7-CDA5FD5E29CF}" presName="sibTrans" presStyleLbl="sibTrans2D1" presStyleIdx="4" presStyleCnt="8"/>
      <dgm:spPr/>
    </dgm:pt>
    <dgm:pt modelId="{7B08933C-4E17-4F06-A6BF-79976A0F7638}" type="pres">
      <dgm:prSet presAssocID="{5473B529-1394-49E5-9351-969A2FC43A0C}" presName="node" presStyleLbl="node1" presStyleIdx="5" presStyleCnt="8" custScaleX="133400" custScaleY="131003">
        <dgm:presLayoutVars>
          <dgm:bulletEnabled val="1"/>
        </dgm:presLayoutVars>
      </dgm:prSet>
      <dgm:spPr/>
    </dgm:pt>
    <dgm:pt modelId="{2F89532B-77EC-4C6E-9DFD-68CD8F4D9269}" type="pres">
      <dgm:prSet presAssocID="{5473B529-1394-49E5-9351-969A2FC43A0C}" presName="dummy" presStyleCnt="0"/>
      <dgm:spPr/>
    </dgm:pt>
    <dgm:pt modelId="{4E2BF0EB-72D5-4A5F-A634-5248A34D8A3B}" type="pres">
      <dgm:prSet presAssocID="{ADC30EBA-D0BF-4600-AE1B-04A51216580C}" presName="sibTrans" presStyleLbl="sibTrans2D1" presStyleIdx="5" presStyleCnt="8"/>
      <dgm:spPr/>
    </dgm:pt>
    <dgm:pt modelId="{A97F8B39-E175-4E5E-9E37-B801B6D09DA5}" type="pres">
      <dgm:prSet presAssocID="{AA962B62-C08A-4339-A364-30309452FACF}" presName="node" presStyleLbl="node1" presStyleIdx="6" presStyleCnt="8" custScaleX="135938" custScaleY="138409">
        <dgm:presLayoutVars>
          <dgm:bulletEnabled val="1"/>
        </dgm:presLayoutVars>
      </dgm:prSet>
      <dgm:spPr/>
    </dgm:pt>
    <dgm:pt modelId="{8F306BC0-F28A-4C54-BFF0-485ABFE1C634}" type="pres">
      <dgm:prSet presAssocID="{AA962B62-C08A-4339-A364-30309452FACF}" presName="dummy" presStyleCnt="0"/>
      <dgm:spPr/>
    </dgm:pt>
    <dgm:pt modelId="{3566E7D2-8BBC-44D2-99C0-75E18C190FD6}" type="pres">
      <dgm:prSet presAssocID="{9C7AB6C6-1EB4-45F0-BD70-A8AABDF50360}" presName="sibTrans" presStyleLbl="sibTrans2D1" presStyleIdx="6" presStyleCnt="8"/>
      <dgm:spPr/>
    </dgm:pt>
    <dgm:pt modelId="{268EDC2A-70D2-4EAD-8E27-66630B8A53A8}" type="pres">
      <dgm:prSet presAssocID="{00331E06-4320-42E3-9D35-387C43DEB79A}" presName="node" presStyleLbl="node1" presStyleIdx="7" presStyleCnt="8" custScaleX="135301" custScaleY="127336">
        <dgm:presLayoutVars>
          <dgm:bulletEnabled val="1"/>
        </dgm:presLayoutVars>
      </dgm:prSet>
      <dgm:spPr/>
    </dgm:pt>
    <dgm:pt modelId="{38965720-6904-4D7C-96A7-4BA2DF61EEED}" type="pres">
      <dgm:prSet presAssocID="{00331E06-4320-42E3-9D35-387C43DEB79A}" presName="dummy" presStyleCnt="0"/>
      <dgm:spPr/>
    </dgm:pt>
    <dgm:pt modelId="{3F69E152-7FC8-44BB-9FCD-B756C2B1F33B}" type="pres">
      <dgm:prSet presAssocID="{01F9316A-0D2C-4B1D-96A5-403BF291EC55}" presName="sibTrans" presStyleLbl="sibTrans2D1" presStyleIdx="7" presStyleCnt="8"/>
      <dgm:spPr/>
    </dgm:pt>
  </dgm:ptLst>
  <dgm:cxnLst>
    <dgm:cxn modelId="{1CCAE70B-B031-420F-82FE-EEACD3D900CA}" srcId="{22D84AA8-492A-4785-A40F-A0F8D4580326}" destId="{52191F5C-20B6-4259-9AC1-553A9945E52E}" srcOrd="3" destOrd="0" parTransId="{82C0E0E3-3F26-42BF-89EA-2B7373C58DEC}" sibTransId="{3BD68404-92FB-4D31-9243-109552923BD2}"/>
    <dgm:cxn modelId="{6862880C-56F6-49CF-8F06-76F620064768}" srcId="{22D84AA8-492A-4785-A40F-A0F8D4580326}" destId="{E3D103B3-914D-4A27-AE09-9E6150915764}" srcOrd="0" destOrd="0" parTransId="{719495B2-3B77-4180-BC24-E24F49247E03}" sibTransId="{CE1B60B4-F240-45F9-B745-BAAFBAA77E18}"/>
    <dgm:cxn modelId="{5B8ADC13-AF4A-4B05-833D-E63617E53F1A}" srcId="{22D84AA8-492A-4785-A40F-A0F8D4580326}" destId="{AA962B62-C08A-4339-A364-30309452FACF}" srcOrd="6" destOrd="0" parTransId="{031B6313-A814-4731-970E-2B5541189778}" sibTransId="{9C7AB6C6-1EB4-45F0-BD70-A8AABDF50360}"/>
    <dgm:cxn modelId="{E6B4241A-6880-4E7F-A81E-F762CF66606B}" srcId="{479DB3F9-B629-4A33-9A9E-D75929778943}" destId="{22D84AA8-492A-4785-A40F-A0F8D4580326}" srcOrd="0" destOrd="0" parTransId="{B9FA282A-756B-4E3F-88EA-600E36ABC06B}" sibTransId="{F2F2191D-F48F-4650-9B27-CF325ACB8925}"/>
    <dgm:cxn modelId="{6D05963C-7DE5-4370-A9C8-359283BDCE2D}" type="presOf" srcId="{AA962B62-C08A-4339-A364-30309452FACF}" destId="{A97F8B39-E175-4E5E-9E37-B801B6D09DA5}" srcOrd="0" destOrd="0" presId="urn:microsoft.com/office/officeart/2005/8/layout/radial6"/>
    <dgm:cxn modelId="{C6D9224E-F9F0-4A40-BA76-151D8299301E}" type="presOf" srcId="{3BD68404-92FB-4D31-9243-109552923BD2}" destId="{6E0456D1-520F-4A83-8E26-7699CCEFB3A7}" srcOrd="0" destOrd="0" presId="urn:microsoft.com/office/officeart/2005/8/layout/radial6"/>
    <dgm:cxn modelId="{60EAB64E-3E0A-491E-8316-0DE4B3F336A3}" type="presOf" srcId="{22D84AA8-492A-4785-A40F-A0F8D4580326}" destId="{7F433753-F34A-42A7-B450-1F00CDF98578}" srcOrd="0" destOrd="0" presId="urn:microsoft.com/office/officeart/2005/8/layout/radial6"/>
    <dgm:cxn modelId="{21845B70-7571-4D5C-88E4-CD2F3D985481}" type="presOf" srcId="{5473B529-1394-49E5-9351-969A2FC43A0C}" destId="{7B08933C-4E17-4F06-A6BF-79976A0F7638}" srcOrd="0" destOrd="0" presId="urn:microsoft.com/office/officeart/2005/8/layout/radial6"/>
    <dgm:cxn modelId="{9B10CC51-BDD2-42AC-AD58-A4A0A83BDE73}" type="presOf" srcId="{498C3C90-70AC-4C6D-80FE-55BE8C0EAE0D}" destId="{D2AAD0BD-7312-401C-A53B-5AC14B189033}" srcOrd="0" destOrd="0" presId="urn:microsoft.com/office/officeart/2005/8/layout/radial6"/>
    <dgm:cxn modelId="{817EE071-63F6-483C-9901-16858B8704B1}" type="presOf" srcId="{01F9316A-0D2C-4B1D-96A5-403BF291EC55}" destId="{3F69E152-7FC8-44BB-9FCD-B756C2B1F33B}" srcOrd="0" destOrd="0" presId="urn:microsoft.com/office/officeart/2005/8/layout/radial6"/>
    <dgm:cxn modelId="{ED726B74-E473-4019-BA18-28784FC6676E}" type="presOf" srcId="{3FD17950-1FDC-4F2D-BDFA-A5B93CB34946}" destId="{11B44F92-631E-42DD-84B6-D37491EFEAA1}" srcOrd="0" destOrd="0" presId="urn:microsoft.com/office/officeart/2005/8/layout/radial6"/>
    <dgm:cxn modelId="{10658355-E0B8-4C8F-B63A-FD4D2B758CEC}" srcId="{22D84AA8-492A-4785-A40F-A0F8D4580326}" destId="{4A7AFC93-4A00-4ABD-991A-6A1ADE676D1F}" srcOrd="2" destOrd="0" parTransId="{1055F3B2-E8FB-461F-B8FA-93C7FAA7E281}" sibTransId="{200538C0-8CD0-4C29-9E11-9AF6DFA1737E}"/>
    <dgm:cxn modelId="{09C32457-D27F-4185-9524-54B31250D599}" type="presOf" srcId="{00331E06-4320-42E3-9D35-387C43DEB79A}" destId="{268EDC2A-70D2-4EAD-8E27-66630B8A53A8}" srcOrd="0" destOrd="0" presId="urn:microsoft.com/office/officeart/2005/8/layout/radial6"/>
    <dgm:cxn modelId="{CF7A0859-2C74-442F-8C92-99B6AD7BBFA8}" type="presOf" srcId="{CE1B60B4-F240-45F9-B745-BAAFBAA77E18}" destId="{96A0BFB7-AAE8-476E-ADAE-CD9C637B6981}" srcOrd="0" destOrd="0" presId="urn:microsoft.com/office/officeart/2005/8/layout/radial6"/>
    <dgm:cxn modelId="{E7CA807A-771A-4249-8FC8-182DBCAE2F5E}" srcId="{22D84AA8-492A-4785-A40F-A0F8D4580326}" destId="{2B95381D-CC6F-463F-A53C-4001D8C5859F}" srcOrd="1" destOrd="0" parTransId="{B4E4C8DE-4901-48CD-AD1E-08BC223EE6A4}" sibTransId="{3FD17950-1FDC-4F2D-BDFA-A5B93CB34946}"/>
    <dgm:cxn modelId="{2086B086-2CF9-4D42-ABA3-FBA1452AB64C}" type="presOf" srcId="{479DB3F9-B629-4A33-9A9E-D75929778943}" destId="{7FF8A1C9-88C0-40D3-9E14-F18BDAC738FF}" srcOrd="0" destOrd="0" presId="urn:microsoft.com/office/officeart/2005/8/layout/radial6"/>
    <dgm:cxn modelId="{D35D69B8-B984-4BDA-BCCB-D84D2806B155}" type="presOf" srcId="{2B95381D-CC6F-463F-A53C-4001D8C5859F}" destId="{44BAE9A5-C147-4924-ACBF-57D9FC9972FA}" srcOrd="0" destOrd="0" presId="urn:microsoft.com/office/officeart/2005/8/layout/radial6"/>
    <dgm:cxn modelId="{7B0918C1-4F70-4261-92F9-5FE6C3158D3C}" srcId="{22D84AA8-492A-4785-A40F-A0F8D4580326}" destId="{00331E06-4320-42E3-9D35-387C43DEB79A}" srcOrd="7" destOrd="0" parTransId="{3E58E5B4-28A0-4E22-B47F-0A3CD6662EE4}" sibTransId="{01F9316A-0D2C-4B1D-96A5-403BF291EC55}"/>
    <dgm:cxn modelId="{0FD8C0C2-5448-411E-89FE-A8AB0A09D237}" type="presOf" srcId="{4A7AFC93-4A00-4ABD-991A-6A1ADE676D1F}" destId="{A9CFBAC3-E4C5-45E4-93C6-CEB9D360B6B2}" srcOrd="0" destOrd="0" presId="urn:microsoft.com/office/officeart/2005/8/layout/radial6"/>
    <dgm:cxn modelId="{C00741C5-23A2-40D0-9F22-55CC2B64C736}" srcId="{22D84AA8-492A-4785-A40F-A0F8D4580326}" destId="{5473B529-1394-49E5-9351-969A2FC43A0C}" srcOrd="5" destOrd="0" parTransId="{067CA825-48C1-4144-83C5-E14A38E7D765}" sibTransId="{ADC30EBA-D0BF-4600-AE1B-04A51216580C}"/>
    <dgm:cxn modelId="{5D3E27D0-34F5-4FF9-84E1-F9EB2B044B90}" type="presOf" srcId="{52074266-D460-4FB0-A0A7-CDA5FD5E29CF}" destId="{E8B357FB-5068-42AE-B829-51F35DBD1AF4}" srcOrd="0" destOrd="0" presId="urn:microsoft.com/office/officeart/2005/8/layout/radial6"/>
    <dgm:cxn modelId="{56E6BDDC-688A-4405-8144-7D02C8F3CA32}" type="presOf" srcId="{9C7AB6C6-1EB4-45F0-BD70-A8AABDF50360}" destId="{3566E7D2-8BBC-44D2-99C0-75E18C190FD6}" srcOrd="0" destOrd="0" presId="urn:microsoft.com/office/officeart/2005/8/layout/radial6"/>
    <dgm:cxn modelId="{11B17DE7-C3E3-4F8A-85EE-459FDC5E81A0}" type="presOf" srcId="{52191F5C-20B6-4259-9AC1-553A9945E52E}" destId="{B61EE8FB-5848-4DDB-887A-BD7DEA3C4E11}" srcOrd="0" destOrd="0" presId="urn:microsoft.com/office/officeart/2005/8/layout/radial6"/>
    <dgm:cxn modelId="{4EDBC2EE-DD50-4E06-BB67-006DBC30C3E6}" type="presOf" srcId="{ADC30EBA-D0BF-4600-AE1B-04A51216580C}" destId="{4E2BF0EB-72D5-4A5F-A634-5248A34D8A3B}" srcOrd="0" destOrd="0" presId="urn:microsoft.com/office/officeart/2005/8/layout/radial6"/>
    <dgm:cxn modelId="{3EB481F2-AB35-473A-B6DB-62E50843A11C}" type="presOf" srcId="{200538C0-8CD0-4C29-9E11-9AF6DFA1737E}" destId="{DA31789E-49B8-4D4D-900C-2AEDBDF14117}" srcOrd="0" destOrd="0" presId="urn:microsoft.com/office/officeart/2005/8/layout/radial6"/>
    <dgm:cxn modelId="{7FA421F8-58D0-455B-90C1-6B2BB2BF458F}" type="presOf" srcId="{E3D103B3-914D-4A27-AE09-9E6150915764}" destId="{6C0731D9-6516-47E2-B731-8B8F23447169}" srcOrd="0" destOrd="0" presId="urn:microsoft.com/office/officeart/2005/8/layout/radial6"/>
    <dgm:cxn modelId="{0A6772FF-78C3-4200-A6D9-D9F930B46452}" srcId="{22D84AA8-492A-4785-A40F-A0F8D4580326}" destId="{498C3C90-70AC-4C6D-80FE-55BE8C0EAE0D}" srcOrd="4" destOrd="0" parTransId="{4E4CE550-9840-46DA-8187-F183680AB348}" sibTransId="{52074266-D460-4FB0-A0A7-CDA5FD5E29CF}"/>
    <dgm:cxn modelId="{2E5D235E-9AAC-4CC1-90CB-7B9F3DB4013F}" type="presParOf" srcId="{7FF8A1C9-88C0-40D3-9E14-F18BDAC738FF}" destId="{7F433753-F34A-42A7-B450-1F00CDF98578}" srcOrd="0" destOrd="0" presId="urn:microsoft.com/office/officeart/2005/8/layout/radial6"/>
    <dgm:cxn modelId="{C0C647C2-61A0-4E3C-AA83-640061D66DE9}" type="presParOf" srcId="{7FF8A1C9-88C0-40D3-9E14-F18BDAC738FF}" destId="{6C0731D9-6516-47E2-B731-8B8F23447169}" srcOrd="1" destOrd="0" presId="urn:microsoft.com/office/officeart/2005/8/layout/radial6"/>
    <dgm:cxn modelId="{73159582-D900-49E2-B525-E83E7FAEE444}" type="presParOf" srcId="{7FF8A1C9-88C0-40D3-9E14-F18BDAC738FF}" destId="{61339300-72C6-49F5-83B6-EDD85BBA89C7}" srcOrd="2" destOrd="0" presId="urn:microsoft.com/office/officeart/2005/8/layout/radial6"/>
    <dgm:cxn modelId="{A3EAEAAD-98A8-474C-AECF-8F46CF221F2B}" type="presParOf" srcId="{7FF8A1C9-88C0-40D3-9E14-F18BDAC738FF}" destId="{96A0BFB7-AAE8-476E-ADAE-CD9C637B6981}" srcOrd="3" destOrd="0" presId="urn:microsoft.com/office/officeart/2005/8/layout/radial6"/>
    <dgm:cxn modelId="{764E5575-EE69-4C35-9C50-C709B8A5B3A9}" type="presParOf" srcId="{7FF8A1C9-88C0-40D3-9E14-F18BDAC738FF}" destId="{44BAE9A5-C147-4924-ACBF-57D9FC9972FA}" srcOrd="4" destOrd="0" presId="urn:microsoft.com/office/officeart/2005/8/layout/radial6"/>
    <dgm:cxn modelId="{EBE67F3C-2BF0-4C7F-9733-CE25E661ABA0}" type="presParOf" srcId="{7FF8A1C9-88C0-40D3-9E14-F18BDAC738FF}" destId="{10D4D09D-97FB-40B0-970B-ECD388DB2DD1}" srcOrd="5" destOrd="0" presId="urn:microsoft.com/office/officeart/2005/8/layout/radial6"/>
    <dgm:cxn modelId="{A49774FC-8453-4E8B-BA23-7B031688D4EE}" type="presParOf" srcId="{7FF8A1C9-88C0-40D3-9E14-F18BDAC738FF}" destId="{11B44F92-631E-42DD-84B6-D37491EFEAA1}" srcOrd="6" destOrd="0" presId="urn:microsoft.com/office/officeart/2005/8/layout/radial6"/>
    <dgm:cxn modelId="{F89BB7FE-1194-49F2-877F-C23A769281E2}" type="presParOf" srcId="{7FF8A1C9-88C0-40D3-9E14-F18BDAC738FF}" destId="{A9CFBAC3-E4C5-45E4-93C6-CEB9D360B6B2}" srcOrd="7" destOrd="0" presId="urn:microsoft.com/office/officeart/2005/8/layout/radial6"/>
    <dgm:cxn modelId="{D7AC899E-6167-4282-A816-BCEE1C3DD8F5}" type="presParOf" srcId="{7FF8A1C9-88C0-40D3-9E14-F18BDAC738FF}" destId="{733CF093-0841-4587-AADE-680CABFB9C74}" srcOrd="8" destOrd="0" presId="urn:microsoft.com/office/officeart/2005/8/layout/radial6"/>
    <dgm:cxn modelId="{477CB396-0A58-4B7D-8F5D-5709F69D3595}" type="presParOf" srcId="{7FF8A1C9-88C0-40D3-9E14-F18BDAC738FF}" destId="{DA31789E-49B8-4D4D-900C-2AEDBDF14117}" srcOrd="9" destOrd="0" presId="urn:microsoft.com/office/officeart/2005/8/layout/radial6"/>
    <dgm:cxn modelId="{A9EC6633-BB20-4DF4-8D0E-E3A2F93D2A14}" type="presParOf" srcId="{7FF8A1C9-88C0-40D3-9E14-F18BDAC738FF}" destId="{B61EE8FB-5848-4DDB-887A-BD7DEA3C4E11}" srcOrd="10" destOrd="0" presId="urn:microsoft.com/office/officeart/2005/8/layout/radial6"/>
    <dgm:cxn modelId="{065728D1-4245-42A9-A0B4-2F83691D3F6E}" type="presParOf" srcId="{7FF8A1C9-88C0-40D3-9E14-F18BDAC738FF}" destId="{91962597-DD57-4436-9DBC-251ED7912814}" srcOrd="11" destOrd="0" presId="urn:microsoft.com/office/officeart/2005/8/layout/radial6"/>
    <dgm:cxn modelId="{F1C72225-5A88-489B-BE5B-033FEE12E662}" type="presParOf" srcId="{7FF8A1C9-88C0-40D3-9E14-F18BDAC738FF}" destId="{6E0456D1-520F-4A83-8E26-7699CCEFB3A7}" srcOrd="12" destOrd="0" presId="urn:microsoft.com/office/officeart/2005/8/layout/radial6"/>
    <dgm:cxn modelId="{3620DB2B-242D-4813-9C64-C589605CBB27}" type="presParOf" srcId="{7FF8A1C9-88C0-40D3-9E14-F18BDAC738FF}" destId="{D2AAD0BD-7312-401C-A53B-5AC14B189033}" srcOrd="13" destOrd="0" presId="urn:microsoft.com/office/officeart/2005/8/layout/radial6"/>
    <dgm:cxn modelId="{9E3F8782-C093-4EF1-BF01-21A8346C2A95}" type="presParOf" srcId="{7FF8A1C9-88C0-40D3-9E14-F18BDAC738FF}" destId="{CB01DDD2-E7F1-4B65-AD9B-E9AF90357948}" srcOrd="14" destOrd="0" presId="urn:microsoft.com/office/officeart/2005/8/layout/radial6"/>
    <dgm:cxn modelId="{9C6AEB0E-D6C9-4E13-8B22-E3E6637BFE66}" type="presParOf" srcId="{7FF8A1C9-88C0-40D3-9E14-F18BDAC738FF}" destId="{E8B357FB-5068-42AE-B829-51F35DBD1AF4}" srcOrd="15" destOrd="0" presId="urn:microsoft.com/office/officeart/2005/8/layout/radial6"/>
    <dgm:cxn modelId="{BAAA3710-036F-46F0-B45D-D5F2A00C3CA7}" type="presParOf" srcId="{7FF8A1C9-88C0-40D3-9E14-F18BDAC738FF}" destId="{7B08933C-4E17-4F06-A6BF-79976A0F7638}" srcOrd="16" destOrd="0" presId="urn:microsoft.com/office/officeart/2005/8/layout/radial6"/>
    <dgm:cxn modelId="{4C782B27-32DF-40BA-BD5F-689C46C69E75}" type="presParOf" srcId="{7FF8A1C9-88C0-40D3-9E14-F18BDAC738FF}" destId="{2F89532B-77EC-4C6E-9DFD-68CD8F4D9269}" srcOrd="17" destOrd="0" presId="urn:microsoft.com/office/officeart/2005/8/layout/radial6"/>
    <dgm:cxn modelId="{6A816588-8D7B-4A7A-A80A-D9A280BF029B}" type="presParOf" srcId="{7FF8A1C9-88C0-40D3-9E14-F18BDAC738FF}" destId="{4E2BF0EB-72D5-4A5F-A634-5248A34D8A3B}" srcOrd="18" destOrd="0" presId="urn:microsoft.com/office/officeart/2005/8/layout/radial6"/>
    <dgm:cxn modelId="{5E70FF84-7784-45EC-B342-3349B3790429}" type="presParOf" srcId="{7FF8A1C9-88C0-40D3-9E14-F18BDAC738FF}" destId="{A97F8B39-E175-4E5E-9E37-B801B6D09DA5}" srcOrd="19" destOrd="0" presId="urn:microsoft.com/office/officeart/2005/8/layout/radial6"/>
    <dgm:cxn modelId="{CC306E2A-618A-4722-B8DA-CFED897DD7EC}" type="presParOf" srcId="{7FF8A1C9-88C0-40D3-9E14-F18BDAC738FF}" destId="{8F306BC0-F28A-4C54-BFF0-485ABFE1C634}" srcOrd="20" destOrd="0" presId="urn:microsoft.com/office/officeart/2005/8/layout/radial6"/>
    <dgm:cxn modelId="{B4D0D825-4A5D-482F-B42A-886AAE778C5D}" type="presParOf" srcId="{7FF8A1C9-88C0-40D3-9E14-F18BDAC738FF}" destId="{3566E7D2-8BBC-44D2-99C0-75E18C190FD6}" srcOrd="21" destOrd="0" presId="urn:microsoft.com/office/officeart/2005/8/layout/radial6"/>
    <dgm:cxn modelId="{3752F15C-D1D6-4110-8357-3935553FA89D}" type="presParOf" srcId="{7FF8A1C9-88C0-40D3-9E14-F18BDAC738FF}" destId="{268EDC2A-70D2-4EAD-8E27-66630B8A53A8}" srcOrd="22" destOrd="0" presId="urn:microsoft.com/office/officeart/2005/8/layout/radial6"/>
    <dgm:cxn modelId="{B5F275A2-DD95-488A-A44C-5E6AFA427AB0}" type="presParOf" srcId="{7FF8A1C9-88C0-40D3-9E14-F18BDAC738FF}" destId="{38965720-6904-4D7C-96A7-4BA2DF61EEED}" srcOrd="23" destOrd="0" presId="urn:microsoft.com/office/officeart/2005/8/layout/radial6"/>
    <dgm:cxn modelId="{E5A25332-37DA-4337-9510-F92F36F5548D}" type="presParOf" srcId="{7FF8A1C9-88C0-40D3-9E14-F18BDAC738FF}" destId="{3F69E152-7FC8-44BB-9FCD-B756C2B1F33B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9DB3F9-B629-4A33-9A9E-D7592977894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2D84AA8-492A-4785-A40F-A0F8D4580326}">
      <dgm:prSet phldrT="[Texto]"/>
      <dgm:spPr>
        <a:solidFill>
          <a:srgbClr val="CC0066"/>
        </a:solidFill>
      </dgm:spPr>
      <dgm:t>
        <a:bodyPr/>
        <a:lstStyle/>
        <a:p>
          <a:r>
            <a:rPr lang="pt-BR" dirty="0"/>
            <a:t>ITIL</a:t>
          </a:r>
        </a:p>
      </dgm:t>
    </dgm:pt>
    <dgm:pt modelId="{B9FA282A-756B-4E3F-88EA-600E36ABC06B}" type="parTrans" cxnId="{E6B4241A-6880-4E7F-A81E-F762CF66606B}">
      <dgm:prSet/>
      <dgm:spPr/>
      <dgm:t>
        <a:bodyPr/>
        <a:lstStyle/>
        <a:p>
          <a:endParaRPr lang="pt-BR"/>
        </a:p>
      </dgm:t>
    </dgm:pt>
    <dgm:pt modelId="{F2F2191D-F48F-4650-9B27-CF325ACB8925}" type="sibTrans" cxnId="{E6B4241A-6880-4E7F-A81E-F762CF66606B}">
      <dgm:prSet/>
      <dgm:spPr/>
      <dgm:t>
        <a:bodyPr/>
        <a:lstStyle/>
        <a:p>
          <a:endParaRPr lang="pt-BR"/>
        </a:p>
      </dgm:t>
    </dgm:pt>
    <dgm:pt modelId="{E3D103B3-914D-4A27-AE09-9E615091576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719495B2-3B77-4180-BC24-E24F49247E03}" type="parTrans" cxnId="{6862880C-56F6-49CF-8F06-76F620064768}">
      <dgm:prSet/>
      <dgm:spPr/>
      <dgm:t>
        <a:bodyPr/>
        <a:lstStyle/>
        <a:p>
          <a:endParaRPr lang="pt-BR"/>
        </a:p>
      </dgm:t>
    </dgm:pt>
    <dgm:pt modelId="{CE1B60B4-F240-45F9-B745-BAAFBAA77E18}" type="sibTrans" cxnId="{6862880C-56F6-49CF-8F06-76F620064768}">
      <dgm:prSet/>
      <dgm:spPr/>
      <dgm:t>
        <a:bodyPr/>
        <a:lstStyle/>
        <a:p>
          <a:endParaRPr lang="pt-BR"/>
        </a:p>
      </dgm:t>
    </dgm:pt>
    <dgm:pt modelId="{2B95381D-CC6F-463F-A53C-4001D8C5859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B4E4C8DE-4901-48CD-AD1E-08BC223EE6A4}" type="parTrans" cxnId="{E7CA807A-771A-4249-8FC8-182DBCAE2F5E}">
      <dgm:prSet/>
      <dgm:spPr/>
      <dgm:t>
        <a:bodyPr/>
        <a:lstStyle/>
        <a:p>
          <a:endParaRPr lang="pt-BR"/>
        </a:p>
      </dgm:t>
    </dgm:pt>
    <dgm:pt modelId="{3FD17950-1FDC-4F2D-BDFA-A5B93CB34946}" type="sibTrans" cxnId="{E7CA807A-771A-4249-8FC8-182DBCAE2F5E}">
      <dgm:prSet/>
      <dgm:spPr/>
      <dgm:t>
        <a:bodyPr/>
        <a:lstStyle/>
        <a:p>
          <a:endParaRPr lang="pt-BR"/>
        </a:p>
      </dgm:t>
    </dgm:pt>
    <dgm:pt modelId="{4A7AFC93-4A00-4ABD-991A-6A1ADE676D1F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1055F3B2-E8FB-461F-B8FA-93C7FAA7E281}" type="parTrans" cxnId="{10658355-E0B8-4C8F-B63A-FD4D2B758CEC}">
      <dgm:prSet/>
      <dgm:spPr/>
      <dgm:t>
        <a:bodyPr/>
        <a:lstStyle/>
        <a:p>
          <a:endParaRPr lang="pt-BR"/>
        </a:p>
      </dgm:t>
    </dgm:pt>
    <dgm:pt modelId="{200538C0-8CD0-4C29-9E11-9AF6DFA1737E}" type="sibTrans" cxnId="{10658355-E0B8-4C8F-B63A-FD4D2B758CEC}">
      <dgm:prSet/>
      <dgm:spPr/>
      <dgm:t>
        <a:bodyPr/>
        <a:lstStyle/>
        <a:p>
          <a:endParaRPr lang="pt-BR"/>
        </a:p>
      </dgm:t>
    </dgm:pt>
    <dgm:pt modelId="{52191F5C-20B6-4259-9AC1-553A9945E52E}">
      <dgm:prSet phldrT="[Texto]" custT="1"/>
      <dgm:spPr/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gm:t>
    </dgm:pt>
    <dgm:pt modelId="{82C0E0E3-3F26-42BF-89EA-2B7373C58DEC}" type="parTrans" cxnId="{1CCAE70B-B031-420F-82FE-EEACD3D900CA}">
      <dgm:prSet/>
      <dgm:spPr/>
      <dgm:t>
        <a:bodyPr/>
        <a:lstStyle/>
        <a:p>
          <a:endParaRPr lang="pt-BR"/>
        </a:p>
      </dgm:t>
    </dgm:pt>
    <dgm:pt modelId="{3BD68404-92FB-4D31-9243-109552923BD2}" type="sibTrans" cxnId="{1CCAE70B-B031-420F-82FE-EEACD3D900CA}">
      <dgm:prSet/>
      <dgm:spPr/>
      <dgm:t>
        <a:bodyPr/>
        <a:lstStyle/>
        <a:p>
          <a:endParaRPr lang="pt-BR"/>
        </a:p>
      </dgm:t>
    </dgm:pt>
    <dgm:pt modelId="{498C3C90-70AC-4C6D-80FE-55BE8C0EAE0D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4E4CE550-9840-46DA-8187-F183680AB348}" type="parTrans" cxnId="{0A6772FF-78C3-4200-A6D9-D9F930B46452}">
      <dgm:prSet/>
      <dgm:spPr/>
      <dgm:t>
        <a:bodyPr/>
        <a:lstStyle/>
        <a:p>
          <a:endParaRPr lang="pt-BR"/>
        </a:p>
      </dgm:t>
    </dgm:pt>
    <dgm:pt modelId="{52074266-D460-4FB0-A0A7-CDA5FD5E29CF}" type="sibTrans" cxnId="{0A6772FF-78C3-4200-A6D9-D9F930B46452}">
      <dgm:prSet/>
      <dgm:spPr/>
      <dgm:t>
        <a:bodyPr/>
        <a:lstStyle/>
        <a:p>
          <a:endParaRPr lang="pt-BR"/>
        </a:p>
      </dgm:t>
    </dgm:pt>
    <dgm:pt modelId="{5473B529-1394-49E5-9351-969A2FC43A0C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gm:t>
    </dgm:pt>
    <dgm:pt modelId="{067CA825-48C1-4144-83C5-E14A38E7D765}" type="parTrans" cxnId="{C00741C5-23A2-40D0-9F22-55CC2B64C736}">
      <dgm:prSet/>
      <dgm:spPr/>
      <dgm:t>
        <a:bodyPr/>
        <a:lstStyle/>
        <a:p>
          <a:endParaRPr lang="pt-BR"/>
        </a:p>
      </dgm:t>
    </dgm:pt>
    <dgm:pt modelId="{ADC30EBA-D0BF-4600-AE1B-04A51216580C}" type="sibTrans" cxnId="{C00741C5-23A2-40D0-9F22-55CC2B64C736}">
      <dgm:prSet/>
      <dgm:spPr/>
      <dgm:t>
        <a:bodyPr/>
        <a:lstStyle/>
        <a:p>
          <a:endParaRPr lang="pt-BR"/>
        </a:p>
      </dgm:t>
    </dgm:pt>
    <dgm:pt modelId="{AA962B62-C08A-4339-A364-30309452FACF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1B6313-A814-4731-970E-2B5541189778}" type="parTrans" cxnId="{5B8ADC13-AF4A-4B05-833D-E63617E53F1A}">
      <dgm:prSet/>
      <dgm:spPr/>
      <dgm:t>
        <a:bodyPr/>
        <a:lstStyle/>
        <a:p>
          <a:endParaRPr lang="pt-BR"/>
        </a:p>
      </dgm:t>
    </dgm:pt>
    <dgm:pt modelId="{9C7AB6C6-1EB4-45F0-BD70-A8AABDF50360}" type="sibTrans" cxnId="{5B8ADC13-AF4A-4B05-833D-E63617E53F1A}">
      <dgm:prSet/>
      <dgm:spPr/>
      <dgm:t>
        <a:bodyPr/>
        <a:lstStyle/>
        <a:p>
          <a:endParaRPr lang="pt-BR"/>
        </a:p>
      </dgm:t>
    </dgm:pt>
    <dgm:pt modelId="{00331E06-4320-42E3-9D35-387C43DEB79A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3E58E5B4-28A0-4E22-B47F-0A3CD6662EE4}" type="parTrans" cxnId="{7B0918C1-4F70-4261-92F9-5FE6C3158D3C}">
      <dgm:prSet/>
      <dgm:spPr/>
      <dgm:t>
        <a:bodyPr/>
        <a:lstStyle/>
        <a:p>
          <a:endParaRPr lang="pt-BR"/>
        </a:p>
      </dgm:t>
    </dgm:pt>
    <dgm:pt modelId="{01F9316A-0D2C-4B1D-96A5-403BF291EC55}" type="sibTrans" cxnId="{7B0918C1-4F70-4261-92F9-5FE6C3158D3C}">
      <dgm:prSet/>
      <dgm:spPr/>
      <dgm:t>
        <a:bodyPr/>
        <a:lstStyle/>
        <a:p>
          <a:endParaRPr lang="pt-BR"/>
        </a:p>
      </dgm:t>
    </dgm:pt>
    <dgm:pt modelId="{7FF8A1C9-88C0-40D3-9E14-F18BDAC738FF}" type="pres">
      <dgm:prSet presAssocID="{479DB3F9-B629-4A33-9A9E-D7592977894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F433753-F34A-42A7-B450-1F00CDF98578}" type="pres">
      <dgm:prSet presAssocID="{22D84AA8-492A-4785-A40F-A0F8D4580326}" presName="centerShape" presStyleLbl="node0" presStyleIdx="0" presStyleCnt="1"/>
      <dgm:spPr/>
    </dgm:pt>
    <dgm:pt modelId="{6C0731D9-6516-47E2-B731-8B8F23447169}" type="pres">
      <dgm:prSet presAssocID="{E3D103B3-914D-4A27-AE09-9E6150915764}" presName="node" presStyleLbl="node1" presStyleIdx="0" presStyleCnt="8" custScaleX="125864" custScaleY="128488">
        <dgm:presLayoutVars>
          <dgm:bulletEnabled val="1"/>
        </dgm:presLayoutVars>
      </dgm:prSet>
      <dgm:spPr/>
    </dgm:pt>
    <dgm:pt modelId="{61339300-72C6-49F5-83B6-EDD85BBA89C7}" type="pres">
      <dgm:prSet presAssocID="{E3D103B3-914D-4A27-AE09-9E6150915764}" presName="dummy" presStyleCnt="0"/>
      <dgm:spPr/>
    </dgm:pt>
    <dgm:pt modelId="{96A0BFB7-AAE8-476E-ADAE-CD9C637B6981}" type="pres">
      <dgm:prSet presAssocID="{CE1B60B4-F240-45F9-B745-BAAFBAA77E18}" presName="sibTrans" presStyleLbl="sibTrans2D1" presStyleIdx="0" presStyleCnt="8"/>
      <dgm:spPr/>
    </dgm:pt>
    <dgm:pt modelId="{44BAE9A5-C147-4924-ACBF-57D9FC9972FA}" type="pres">
      <dgm:prSet presAssocID="{2B95381D-CC6F-463F-A53C-4001D8C5859F}" presName="node" presStyleLbl="node1" presStyleIdx="1" presStyleCnt="8" custScaleX="131847" custScaleY="124816">
        <dgm:presLayoutVars>
          <dgm:bulletEnabled val="1"/>
        </dgm:presLayoutVars>
      </dgm:prSet>
      <dgm:spPr/>
    </dgm:pt>
    <dgm:pt modelId="{10D4D09D-97FB-40B0-970B-ECD388DB2DD1}" type="pres">
      <dgm:prSet presAssocID="{2B95381D-CC6F-463F-A53C-4001D8C5859F}" presName="dummy" presStyleCnt="0"/>
      <dgm:spPr/>
    </dgm:pt>
    <dgm:pt modelId="{11B44F92-631E-42DD-84B6-D37491EFEAA1}" type="pres">
      <dgm:prSet presAssocID="{3FD17950-1FDC-4F2D-BDFA-A5B93CB34946}" presName="sibTrans" presStyleLbl="sibTrans2D1" presStyleIdx="1" presStyleCnt="8"/>
      <dgm:spPr/>
    </dgm:pt>
    <dgm:pt modelId="{A9CFBAC3-E4C5-45E4-93C6-CEB9D360B6B2}" type="pres">
      <dgm:prSet presAssocID="{4A7AFC93-4A00-4ABD-991A-6A1ADE676D1F}" presName="node" presStyleLbl="node1" presStyleIdx="2" presStyleCnt="8" custScaleX="123674" custScaleY="125443">
        <dgm:presLayoutVars>
          <dgm:bulletEnabled val="1"/>
        </dgm:presLayoutVars>
      </dgm:prSet>
      <dgm:spPr/>
    </dgm:pt>
    <dgm:pt modelId="{733CF093-0841-4587-AADE-680CABFB9C74}" type="pres">
      <dgm:prSet presAssocID="{4A7AFC93-4A00-4ABD-991A-6A1ADE676D1F}" presName="dummy" presStyleCnt="0"/>
      <dgm:spPr/>
    </dgm:pt>
    <dgm:pt modelId="{DA31789E-49B8-4D4D-900C-2AEDBDF14117}" type="pres">
      <dgm:prSet presAssocID="{200538C0-8CD0-4C29-9E11-9AF6DFA1737E}" presName="sibTrans" presStyleLbl="sibTrans2D1" presStyleIdx="2" presStyleCnt="8"/>
      <dgm:spPr/>
    </dgm:pt>
    <dgm:pt modelId="{B61EE8FB-5848-4DDB-887A-BD7DEA3C4E11}" type="pres">
      <dgm:prSet presAssocID="{52191F5C-20B6-4259-9AC1-553A9945E52E}" presName="node" presStyleLbl="node1" presStyleIdx="3" presStyleCnt="8" custScaleX="127617" custScaleY="128749">
        <dgm:presLayoutVars>
          <dgm:bulletEnabled val="1"/>
        </dgm:presLayoutVars>
      </dgm:prSet>
      <dgm:spPr/>
    </dgm:pt>
    <dgm:pt modelId="{91962597-DD57-4436-9DBC-251ED7912814}" type="pres">
      <dgm:prSet presAssocID="{52191F5C-20B6-4259-9AC1-553A9945E52E}" presName="dummy" presStyleCnt="0"/>
      <dgm:spPr/>
    </dgm:pt>
    <dgm:pt modelId="{6E0456D1-520F-4A83-8E26-7699CCEFB3A7}" type="pres">
      <dgm:prSet presAssocID="{3BD68404-92FB-4D31-9243-109552923BD2}" presName="sibTrans" presStyleLbl="sibTrans2D1" presStyleIdx="3" presStyleCnt="8"/>
      <dgm:spPr/>
    </dgm:pt>
    <dgm:pt modelId="{D2AAD0BD-7312-401C-A53B-5AC14B189033}" type="pres">
      <dgm:prSet presAssocID="{498C3C90-70AC-4C6D-80FE-55BE8C0EAE0D}" presName="node" presStyleLbl="node1" presStyleIdx="4" presStyleCnt="8" custScaleX="126989" custScaleY="131287">
        <dgm:presLayoutVars>
          <dgm:bulletEnabled val="1"/>
        </dgm:presLayoutVars>
      </dgm:prSet>
      <dgm:spPr/>
    </dgm:pt>
    <dgm:pt modelId="{CB01DDD2-E7F1-4B65-AD9B-E9AF90357948}" type="pres">
      <dgm:prSet presAssocID="{498C3C90-70AC-4C6D-80FE-55BE8C0EAE0D}" presName="dummy" presStyleCnt="0"/>
      <dgm:spPr/>
    </dgm:pt>
    <dgm:pt modelId="{E8B357FB-5068-42AE-B829-51F35DBD1AF4}" type="pres">
      <dgm:prSet presAssocID="{52074266-D460-4FB0-A0A7-CDA5FD5E29CF}" presName="sibTrans" presStyleLbl="sibTrans2D1" presStyleIdx="4" presStyleCnt="8"/>
      <dgm:spPr/>
    </dgm:pt>
    <dgm:pt modelId="{7B08933C-4E17-4F06-A6BF-79976A0F7638}" type="pres">
      <dgm:prSet presAssocID="{5473B529-1394-49E5-9351-969A2FC43A0C}" presName="node" presStyleLbl="node1" presStyleIdx="5" presStyleCnt="8" custScaleX="133400" custScaleY="131003">
        <dgm:presLayoutVars>
          <dgm:bulletEnabled val="1"/>
        </dgm:presLayoutVars>
      </dgm:prSet>
      <dgm:spPr/>
    </dgm:pt>
    <dgm:pt modelId="{2F89532B-77EC-4C6E-9DFD-68CD8F4D9269}" type="pres">
      <dgm:prSet presAssocID="{5473B529-1394-49E5-9351-969A2FC43A0C}" presName="dummy" presStyleCnt="0"/>
      <dgm:spPr/>
    </dgm:pt>
    <dgm:pt modelId="{4E2BF0EB-72D5-4A5F-A634-5248A34D8A3B}" type="pres">
      <dgm:prSet presAssocID="{ADC30EBA-D0BF-4600-AE1B-04A51216580C}" presName="sibTrans" presStyleLbl="sibTrans2D1" presStyleIdx="5" presStyleCnt="8"/>
      <dgm:spPr/>
    </dgm:pt>
    <dgm:pt modelId="{A97F8B39-E175-4E5E-9E37-B801B6D09DA5}" type="pres">
      <dgm:prSet presAssocID="{AA962B62-C08A-4339-A364-30309452FACF}" presName="node" presStyleLbl="node1" presStyleIdx="6" presStyleCnt="8" custScaleX="135938" custScaleY="138409">
        <dgm:presLayoutVars>
          <dgm:bulletEnabled val="1"/>
        </dgm:presLayoutVars>
      </dgm:prSet>
      <dgm:spPr/>
    </dgm:pt>
    <dgm:pt modelId="{8F306BC0-F28A-4C54-BFF0-485ABFE1C634}" type="pres">
      <dgm:prSet presAssocID="{AA962B62-C08A-4339-A364-30309452FACF}" presName="dummy" presStyleCnt="0"/>
      <dgm:spPr/>
    </dgm:pt>
    <dgm:pt modelId="{3566E7D2-8BBC-44D2-99C0-75E18C190FD6}" type="pres">
      <dgm:prSet presAssocID="{9C7AB6C6-1EB4-45F0-BD70-A8AABDF50360}" presName="sibTrans" presStyleLbl="sibTrans2D1" presStyleIdx="6" presStyleCnt="8"/>
      <dgm:spPr/>
    </dgm:pt>
    <dgm:pt modelId="{268EDC2A-70D2-4EAD-8E27-66630B8A53A8}" type="pres">
      <dgm:prSet presAssocID="{00331E06-4320-42E3-9D35-387C43DEB79A}" presName="node" presStyleLbl="node1" presStyleIdx="7" presStyleCnt="8" custScaleX="135301" custScaleY="127336">
        <dgm:presLayoutVars>
          <dgm:bulletEnabled val="1"/>
        </dgm:presLayoutVars>
      </dgm:prSet>
      <dgm:spPr/>
    </dgm:pt>
    <dgm:pt modelId="{38965720-6904-4D7C-96A7-4BA2DF61EEED}" type="pres">
      <dgm:prSet presAssocID="{00331E06-4320-42E3-9D35-387C43DEB79A}" presName="dummy" presStyleCnt="0"/>
      <dgm:spPr/>
    </dgm:pt>
    <dgm:pt modelId="{3F69E152-7FC8-44BB-9FCD-B756C2B1F33B}" type="pres">
      <dgm:prSet presAssocID="{01F9316A-0D2C-4B1D-96A5-403BF291EC55}" presName="sibTrans" presStyleLbl="sibTrans2D1" presStyleIdx="7" presStyleCnt="8"/>
      <dgm:spPr/>
    </dgm:pt>
  </dgm:ptLst>
  <dgm:cxnLst>
    <dgm:cxn modelId="{1CCAE70B-B031-420F-82FE-EEACD3D900CA}" srcId="{22D84AA8-492A-4785-A40F-A0F8D4580326}" destId="{52191F5C-20B6-4259-9AC1-553A9945E52E}" srcOrd="3" destOrd="0" parTransId="{82C0E0E3-3F26-42BF-89EA-2B7373C58DEC}" sibTransId="{3BD68404-92FB-4D31-9243-109552923BD2}"/>
    <dgm:cxn modelId="{6862880C-56F6-49CF-8F06-76F620064768}" srcId="{22D84AA8-492A-4785-A40F-A0F8D4580326}" destId="{E3D103B3-914D-4A27-AE09-9E6150915764}" srcOrd="0" destOrd="0" parTransId="{719495B2-3B77-4180-BC24-E24F49247E03}" sibTransId="{CE1B60B4-F240-45F9-B745-BAAFBAA77E18}"/>
    <dgm:cxn modelId="{5B8ADC13-AF4A-4B05-833D-E63617E53F1A}" srcId="{22D84AA8-492A-4785-A40F-A0F8D4580326}" destId="{AA962B62-C08A-4339-A364-30309452FACF}" srcOrd="6" destOrd="0" parTransId="{031B6313-A814-4731-970E-2B5541189778}" sibTransId="{9C7AB6C6-1EB4-45F0-BD70-A8AABDF50360}"/>
    <dgm:cxn modelId="{E6B4241A-6880-4E7F-A81E-F762CF66606B}" srcId="{479DB3F9-B629-4A33-9A9E-D75929778943}" destId="{22D84AA8-492A-4785-A40F-A0F8D4580326}" srcOrd="0" destOrd="0" parTransId="{B9FA282A-756B-4E3F-88EA-600E36ABC06B}" sibTransId="{F2F2191D-F48F-4650-9B27-CF325ACB8925}"/>
    <dgm:cxn modelId="{6D05963C-7DE5-4370-A9C8-359283BDCE2D}" type="presOf" srcId="{AA962B62-C08A-4339-A364-30309452FACF}" destId="{A97F8B39-E175-4E5E-9E37-B801B6D09DA5}" srcOrd="0" destOrd="0" presId="urn:microsoft.com/office/officeart/2005/8/layout/radial6"/>
    <dgm:cxn modelId="{C6D9224E-F9F0-4A40-BA76-151D8299301E}" type="presOf" srcId="{3BD68404-92FB-4D31-9243-109552923BD2}" destId="{6E0456D1-520F-4A83-8E26-7699CCEFB3A7}" srcOrd="0" destOrd="0" presId="urn:microsoft.com/office/officeart/2005/8/layout/radial6"/>
    <dgm:cxn modelId="{60EAB64E-3E0A-491E-8316-0DE4B3F336A3}" type="presOf" srcId="{22D84AA8-492A-4785-A40F-A0F8D4580326}" destId="{7F433753-F34A-42A7-B450-1F00CDF98578}" srcOrd="0" destOrd="0" presId="urn:microsoft.com/office/officeart/2005/8/layout/radial6"/>
    <dgm:cxn modelId="{21845B70-7571-4D5C-88E4-CD2F3D985481}" type="presOf" srcId="{5473B529-1394-49E5-9351-969A2FC43A0C}" destId="{7B08933C-4E17-4F06-A6BF-79976A0F7638}" srcOrd="0" destOrd="0" presId="urn:microsoft.com/office/officeart/2005/8/layout/radial6"/>
    <dgm:cxn modelId="{9B10CC51-BDD2-42AC-AD58-A4A0A83BDE73}" type="presOf" srcId="{498C3C90-70AC-4C6D-80FE-55BE8C0EAE0D}" destId="{D2AAD0BD-7312-401C-A53B-5AC14B189033}" srcOrd="0" destOrd="0" presId="urn:microsoft.com/office/officeart/2005/8/layout/radial6"/>
    <dgm:cxn modelId="{817EE071-63F6-483C-9901-16858B8704B1}" type="presOf" srcId="{01F9316A-0D2C-4B1D-96A5-403BF291EC55}" destId="{3F69E152-7FC8-44BB-9FCD-B756C2B1F33B}" srcOrd="0" destOrd="0" presId="urn:microsoft.com/office/officeart/2005/8/layout/radial6"/>
    <dgm:cxn modelId="{ED726B74-E473-4019-BA18-28784FC6676E}" type="presOf" srcId="{3FD17950-1FDC-4F2D-BDFA-A5B93CB34946}" destId="{11B44F92-631E-42DD-84B6-D37491EFEAA1}" srcOrd="0" destOrd="0" presId="urn:microsoft.com/office/officeart/2005/8/layout/radial6"/>
    <dgm:cxn modelId="{10658355-E0B8-4C8F-B63A-FD4D2B758CEC}" srcId="{22D84AA8-492A-4785-A40F-A0F8D4580326}" destId="{4A7AFC93-4A00-4ABD-991A-6A1ADE676D1F}" srcOrd="2" destOrd="0" parTransId="{1055F3B2-E8FB-461F-B8FA-93C7FAA7E281}" sibTransId="{200538C0-8CD0-4C29-9E11-9AF6DFA1737E}"/>
    <dgm:cxn modelId="{09C32457-D27F-4185-9524-54B31250D599}" type="presOf" srcId="{00331E06-4320-42E3-9D35-387C43DEB79A}" destId="{268EDC2A-70D2-4EAD-8E27-66630B8A53A8}" srcOrd="0" destOrd="0" presId="urn:microsoft.com/office/officeart/2005/8/layout/radial6"/>
    <dgm:cxn modelId="{CF7A0859-2C74-442F-8C92-99B6AD7BBFA8}" type="presOf" srcId="{CE1B60B4-F240-45F9-B745-BAAFBAA77E18}" destId="{96A0BFB7-AAE8-476E-ADAE-CD9C637B6981}" srcOrd="0" destOrd="0" presId="urn:microsoft.com/office/officeart/2005/8/layout/radial6"/>
    <dgm:cxn modelId="{E7CA807A-771A-4249-8FC8-182DBCAE2F5E}" srcId="{22D84AA8-492A-4785-A40F-A0F8D4580326}" destId="{2B95381D-CC6F-463F-A53C-4001D8C5859F}" srcOrd="1" destOrd="0" parTransId="{B4E4C8DE-4901-48CD-AD1E-08BC223EE6A4}" sibTransId="{3FD17950-1FDC-4F2D-BDFA-A5B93CB34946}"/>
    <dgm:cxn modelId="{2086B086-2CF9-4D42-ABA3-FBA1452AB64C}" type="presOf" srcId="{479DB3F9-B629-4A33-9A9E-D75929778943}" destId="{7FF8A1C9-88C0-40D3-9E14-F18BDAC738FF}" srcOrd="0" destOrd="0" presId="urn:microsoft.com/office/officeart/2005/8/layout/radial6"/>
    <dgm:cxn modelId="{D35D69B8-B984-4BDA-BCCB-D84D2806B155}" type="presOf" srcId="{2B95381D-CC6F-463F-A53C-4001D8C5859F}" destId="{44BAE9A5-C147-4924-ACBF-57D9FC9972FA}" srcOrd="0" destOrd="0" presId="urn:microsoft.com/office/officeart/2005/8/layout/radial6"/>
    <dgm:cxn modelId="{7B0918C1-4F70-4261-92F9-5FE6C3158D3C}" srcId="{22D84AA8-492A-4785-A40F-A0F8D4580326}" destId="{00331E06-4320-42E3-9D35-387C43DEB79A}" srcOrd="7" destOrd="0" parTransId="{3E58E5B4-28A0-4E22-B47F-0A3CD6662EE4}" sibTransId="{01F9316A-0D2C-4B1D-96A5-403BF291EC55}"/>
    <dgm:cxn modelId="{0FD8C0C2-5448-411E-89FE-A8AB0A09D237}" type="presOf" srcId="{4A7AFC93-4A00-4ABD-991A-6A1ADE676D1F}" destId="{A9CFBAC3-E4C5-45E4-93C6-CEB9D360B6B2}" srcOrd="0" destOrd="0" presId="urn:microsoft.com/office/officeart/2005/8/layout/radial6"/>
    <dgm:cxn modelId="{C00741C5-23A2-40D0-9F22-55CC2B64C736}" srcId="{22D84AA8-492A-4785-A40F-A0F8D4580326}" destId="{5473B529-1394-49E5-9351-969A2FC43A0C}" srcOrd="5" destOrd="0" parTransId="{067CA825-48C1-4144-83C5-E14A38E7D765}" sibTransId="{ADC30EBA-D0BF-4600-AE1B-04A51216580C}"/>
    <dgm:cxn modelId="{5D3E27D0-34F5-4FF9-84E1-F9EB2B044B90}" type="presOf" srcId="{52074266-D460-4FB0-A0A7-CDA5FD5E29CF}" destId="{E8B357FB-5068-42AE-B829-51F35DBD1AF4}" srcOrd="0" destOrd="0" presId="urn:microsoft.com/office/officeart/2005/8/layout/radial6"/>
    <dgm:cxn modelId="{56E6BDDC-688A-4405-8144-7D02C8F3CA32}" type="presOf" srcId="{9C7AB6C6-1EB4-45F0-BD70-A8AABDF50360}" destId="{3566E7D2-8BBC-44D2-99C0-75E18C190FD6}" srcOrd="0" destOrd="0" presId="urn:microsoft.com/office/officeart/2005/8/layout/radial6"/>
    <dgm:cxn modelId="{11B17DE7-C3E3-4F8A-85EE-459FDC5E81A0}" type="presOf" srcId="{52191F5C-20B6-4259-9AC1-553A9945E52E}" destId="{B61EE8FB-5848-4DDB-887A-BD7DEA3C4E11}" srcOrd="0" destOrd="0" presId="urn:microsoft.com/office/officeart/2005/8/layout/radial6"/>
    <dgm:cxn modelId="{4EDBC2EE-DD50-4E06-BB67-006DBC30C3E6}" type="presOf" srcId="{ADC30EBA-D0BF-4600-AE1B-04A51216580C}" destId="{4E2BF0EB-72D5-4A5F-A634-5248A34D8A3B}" srcOrd="0" destOrd="0" presId="urn:microsoft.com/office/officeart/2005/8/layout/radial6"/>
    <dgm:cxn modelId="{3EB481F2-AB35-473A-B6DB-62E50843A11C}" type="presOf" srcId="{200538C0-8CD0-4C29-9E11-9AF6DFA1737E}" destId="{DA31789E-49B8-4D4D-900C-2AEDBDF14117}" srcOrd="0" destOrd="0" presId="urn:microsoft.com/office/officeart/2005/8/layout/radial6"/>
    <dgm:cxn modelId="{7FA421F8-58D0-455B-90C1-6B2BB2BF458F}" type="presOf" srcId="{E3D103B3-914D-4A27-AE09-9E6150915764}" destId="{6C0731D9-6516-47E2-B731-8B8F23447169}" srcOrd="0" destOrd="0" presId="urn:microsoft.com/office/officeart/2005/8/layout/radial6"/>
    <dgm:cxn modelId="{0A6772FF-78C3-4200-A6D9-D9F930B46452}" srcId="{22D84AA8-492A-4785-A40F-A0F8D4580326}" destId="{498C3C90-70AC-4C6D-80FE-55BE8C0EAE0D}" srcOrd="4" destOrd="0" parTransId="{4E4CE550-9840-46DA-8187-F183680AB348}" sibTransId="{52074266-D460-4FB0-A0A7-CDA5FD5E29CF}"/>
    <dgm:cxn modelId="{2E5D235E-9AAC-4CC1-90CB-7B9F3DB4013F}" type="presParOf" srcId="{7FF8A1C9-88C0-40D3-9E14-F18BDAC738FF}" destId="{7F433753-F34A-42A7-B450-1F00CDF98578}" srcOrd="0" destOrd="0" presId="urn:microsoft.com/office/officeart/2005/8/layout/radial6"/>
    <dgm:cxn modelId="{C0C647C2-61A0-4E3C-AA83-640061D66DE9}" type="presParOf" srcId="{7FF8A1C9-88C0-40D3-9E14-F18BDAC738FF}" destId="{6C0731D9-6516-47E2-B731-8B8F23447169}" srcOrd="1" destOrd="0" presId="urn:microsoft.com/office/officeart/2005/8/layout/radial6"/>
    <dgm:cxn modelId="{73159582-D900-49E2-B525-E83E7FAEE444}" type="presParOf" srcId="{7FF8A1C9-88C0-40D3-9E14-F18BDAC738FF}" destId="{61339300-72C6-49F5-83B6-EDD85BBA89C7}" srcOrd="2" destOrd="0" presId="urn:microsoft.com/office/officeart/2005/8/layout/radial6"/>
    <dgm:cxn modelId="{A3EAEAAD-98A8-474C-AECF-8F46CF221F2B}" type="presParOf" srcId="{7FF8A1C9-88C0-40D3-9E14-F18BDAC738FF}" destId="{96A0BFB7-AAE8-476E-ADAE-CD9C637B6981}" srcOrd="3" destOrd="0" presId="urn:microsoft.com/office/officeart/2005/8/layout/radial6"/>
    <dgm:cxn modelId="{764E5575-EE69-4C35-9C50-C709B8A5B3A9}" type="presParOf" srcId="{7FF8A1C9-88C0-40D3-9E14-F18BDAC738FF}" destId="{44BAE9A5-C147-4924-ACBF-57D9FC9972FA}" srcOrd="4" destOrd="0" presId="urn:microsoft.com/office/officeart/2005/8/layout/radial6"/>
    <dgm:cxn modelId="{EBE67F3C-2BF0-4C7F-9733-CE25E661ABA0}" type="presParOf" srcId="{7FF8A1C9-88C0-40D3-9E14-F18BDAC738FF}" destId="{10D4D09D-97FB-40B0-970B-ECD388DB2DD1}" srcOrd="5" destOrd="0" presId="urn:microsoft.com/office/officeart/2005/8/layout/radial6"/>
    <dgm:cxn modelId="{A49774FC-8453-4E8B-BA23-7B031688D4EE}" type="presParOf" srcId="{7FF8A1C9-88C0-40D3-9E14-F18BDAC738FF}" destId="{11B44F92-631E-42DD-84B6-D37491EFEAA1}" srcOrd="6" destOrd="0" presId="urn:microsoft.com/office/officeart/2005/8/layout/radial6"/>
    <dgm:cxn modelId="{F89BB7FE-1194-49F2-877F-C23A769281E2}" type="presParOf" srcId="{7FF8A1C9-88C0-40D3-9E14-F18BDAC738FF}" destId="{A9CFBAC3-E4C5-45E4-93C6-CEB9D360B6B2}" srcOrd="7" destOrd="0" presId="urn:microsoft.com/office/officeart/2005/8/layout/radial6"/>
    <dgm:cxn modelId="{D7AC899E-6167-4282-A816-BCEE1C3DD8F5}" type="presParOf" srcId="{7FF8A1C9-88C0-40D3-9E14-F18BDAC738FF}" destId="{733CF093-0841-4587-AADE-680CABFB9C74}" srcOrd="8" destOrd="0" presId="urn:microsoft.com/office/officeart/2005/8/layout/radial6"/>
    <dgm:cxn modelId="{477CB396-0A58-4B7D-8F5D-5709F69D3595}" type="presParOf" srcId="{7FF8A1C9-88C0-40D3-9E14-F18BDAC738FF}" destId="{DA31789E-49B8-4D4D-900C-2AEDBDF14117}" srcOrd="9" destOrd="0" presId="urn:microsoft.com/office/officeart/2005/8/layout/radial6"/>
    <dgm:cxn modelId="{A9EC6633-BB20-4DF4-8D0E-E3A2F93D2A14}" type="presParOf" srcId="{7FF8A1C9-88C0-40D3-9E14-F18BDAC738FF}" destId="{B61EE8FB-5848-4DDB-887A-BD7DEA3C4E11}" srcOrd="10" destOrd="0" presId="urn:microsoft.com/office/officeart/2005/8/layout/radial6"/>
    <dgm:cxn modelId="{065728D1-4245-42A9-A0B4-2F83691D3F6E}" type="presParOf" srcId="{7FF8A1C9-88C0-40D3-9E14-F18BDAC738FF}" destId="{91962597-DD57-4436-9DBC-251ED7912814}" srcOrd="11" destOrd="0" presId="urn:microsoft.com/office/officeart/2005/8/layout/radial6"/>
    <dgm:cxn modelId="{F1C72225-5A88-489B-BE5B-033FEE12E662}" type="presParOf" srcId="{7FF8A1C9-88C0-40D3-9E14-F18BDAC738FF}" destId="{6E0456D1-520F-4A83-8E26-7699CCEFB3A7}" srcOrd="12" destOrd="0" presId="urn:microsoft.com/office/officeart/2005/8/layout/radial6"/>
    <dgm:cxn modelId="{3620DB2B-242D-4813-9C64-C589605CBB27}" type="presParOf" srcId="{7FF8A1C9-88C0-40D3-9E14-F18BDAC738FF}" destId="{D2AAD0BD-7312-401C-A53B-5AC14B189033}" srcOrd="13" destOrd="0" presId="urn:microsoft.com/office/officeart/2005/8/layout/radial6"/>
    <dgm:cxn modelId="{9E3F8782-C093-4EF1-BF01-21A8346C2A95}" type="presParOf" srcId="{7FF8A1C9-88C0-40D3-9E14-F18BDAC738FF}" destId="{CB01DDD2-E7F1-4B65-AD9B-E9AF90357948}" srcOrd="14" destOrd="0" presId="urn:microsoft.com/office/officeart/2005/8/layout/radial6"/>
    <dgm:cxn modelId="{9C6AEB0E-D6C9-4E13-8B22-E3E6637BFE66}" type="presParOf" srcId="{7FF8A1C9-88C0-40D3-9E14-F18BDAC738FF}" destId="{E8B357FB-5068-42AE-B829-51F35DBD1AF4}" srcOrd="15" destOrd="0" presId="urn:microsoft.com/office/officeart/2005/8/layout/radial6"/>
    <dgm:cxn modelId="{BAAA3710-036F-46F0-B45D-D5F2A00C3CA7}" type="presParOf" srcId="{7FF8A1C9-88C0-40D3-9E14-F18BDAC738FF}" destId="{7B08933C-4E17-4F06-A6BF-79976A0F7638}" srcOrd="16" destOrd="0" presId="urn:microsoft.com/office/officeart/2005/8/layout/radial6"/>
    <dgm:cxn modelId="{4C782B27-32DF-40BA-BD5F-689C46C69E75}" type="presParOf" srcId="{7FF8A1C9-88C0-40D3-9E14-F18BDAC738FF}" destId="{2F89532B-77EC-4C6E-9DFD-68CD8F4D9269}" srcOrd="17" destOrd="0" presId="urn:microsoft.com/office/officeart/2005/8/layout/radial6"/>
    <dgm:cxn modelId="{6A816588-8D7B-4A7A-A80A-D9A280BF029B}" type="presParOf" srcId="{7FF8A1C9-88C0-40D3-9E14-F18BDAC738FF}" destId="{4E2BF0EB-72D5-4A5F-A634-5248A34D8A3B}" srcOrd="18" destOrd="0" presId="urn:microsoft.com/office/officeart/2005/8/layout/radial6"/>
    <dgm:cxn modelId="{5E70FF84-7784-45EC-B342-3349B3790429}" type="presParOf" srcId="{7FF8A1C9-88C0-40D3-9E14-F18BDAC738FF}" destId="{A97F8B39-E175-4E5E-9E37-B801B6D09DA5}" srcOrd="19" destOrd="0" presId="urn:microsoft.com/office/officeart/2005/8/layout/radial6"/>
    <dgm:cxn modelId="{CC306E2A-618A-4722-B8DA-CFED897DD7EC}" type="presParOf" srcId="{7FF8A1C9-88C0-40D3-9E14-F18BDAC738FF}" destId="{8F306BC0-F28A-4C54-BFF0-485ABFE1C634}" srcOrd="20" destOrd="0" presId="urn:microsoft.com/office/officeart/2005/8/layout/radial6"/>
    <dgm:cxn modelId="{B4D0D825-4A5D-482F-B42A-886AAE778C5D}" type="presParOf" srcId="{7FF8A1C9-88C0-40D3-9E14-F18BDAC738FF}" destId="{3566E7D2-8BBC-44D2-99C0-75E18C190FD6}" srcOrd="21" destOrd="0" presId="urn:microsoft.com/office/officeart/2005/8/layout/radial6"/>
    <dgm:cxn modelId="{3752F15C-D1D6-4110-8357-3935553FA89D}" type="presParOf" srcId="{7FF8A1C9-88C0-40D3-9E14-F18BDAC738FF}" destId="{268EDC2A-70D2-4EAD-8E27-66630B8A53A8}" srcOrd="22" destOrd="0" presId="urn:microsoft.com/office/officeart/2005/8/layout/radial6"/>
    <dgm:cxn modelId="{B5F275A2-DD95-488A-A44C-5E6AFA427AB0}" type="presParOf" srcId="{7FF8A1C9-88C0-40D3-9E14-F18BDAC738FF}" destId="{38965720-6904-4D7C-96A7-4BA2DF61EEED}" srcOrd="23" destOrd="0" presId="urn:microsoft.com/office/officeart/2005/8/layout/radial6"/>
    <dgm:cxn modelId="{E5A25332-37DA-4337-9510-F92F36F5548D}" type="presParOf" srcId="{7FF8A1C9-88C0-40D3-9E14-F18BDAC738FF}" destId="{3F69E152-7FC8-44BB-9FCD-B756C2B1F33B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9DB3F9-B629-4A33-9A9E-D7592977894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2D84AA8-492A-4785-A40F-A0F8D4580326}">
      <dgm:prSet phldrT="[Texto]"/>
      <dgm:spPr>
        <a:solidFill>
          <a:srgbClr val="CC0066"/>
        </a:solidFill>
      </dgm:spPr>
      <dgm:t>
        <a:bodyPr/>
        <a:lstStyle/>
        <a:p>
          <a:r>
            <a:rPr lang="pt-BR" dirty="0"/>
            <a:t>ITIL</a:t>
          </a:r>
        </a:p>
      </dgm:t>
    </dgm:pt>
    <dgm:pt modelId="{B9FA282A-756B-4E3F-88EA-600E36ABC06B}" type="parTrans" cxnId="{E6B4241A-6880-4E7F-A81E-F762CF66606B}">
      <dgm:prSet/>
      <dgm:spPr/>
      <dgm:t>
        <a:bodyPr/>
        <a:lstStyle/>
        <a:p>
          <a:endParaRPr lang="pt-BR"/>
        </a:p>
      </dgm:t>
    </dgm:pt>
    <dgm:pt modelId="{F2F2191D-F48F-4650-9B27-CF325ACB8925}" type="sibTrans" cxnId="{E6B4241A-6880-4E7F-A81E-F762CF66606B}">
      <dgm:prSet/>
      <dgm:spPr/>
      <dgm:t>
        <a:bodyPr/>
        <a:lstStyle/>
        <a:p>
          <a:endParaRPr lang="pt-BR"/>
        </a:p>
      </dgm:t>
    </dgm:pt>
    <dgm:pt modelId="{E3D103B3-914D-4A27-AE09-9E615091576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719495B2-3B77-4180-BC24-E24F49247E03}" type="parTrans" cxnId="{6862880C-56F6-49CF-8F06-76F620064768}">
      <dgm:prSet/>
      <dgm:spPr/>
      <dgm:t>
        <a:bodyPr/>
        <a:lstStyle/>
        <a:p>
          <a:endParaRPr lang="pt-BR"/>
        </a:p>
      </dgm:t>
    </dgm:pt>
    <dgm:pt modelId="{CE1B60B4-F240-45F9-B745-BAAFBAA77E18}" type="sibTrans" cxnId="{6862880C-56F6-49CF-8F06-76F620064768}">
      <dgm:prSet/>
      <dgm:spPr/>
      <dgm:t>
        <a:bodyPr/>
        <a:lstStyle/>
        <a:p>
          <a:endParaRPr lang="pt-BR"/>
        </a:p>
      </dgm:t>
    </dgm:pt>
    <dgm:pt modelId="{2B95381D-CC6F-463F-A53C-4001D8C5859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B4E4C8DE-4901-48CD-AD1E-08BC223EE6A4}" type="parTrans" cxnId="{E7CA807A-771A-4249-8FC8-182DBCAE2F5E}">
      <dgm:prSet/>
      <dgm:spPr/>
      <dgm:t>
        <a:bodyPr/>
        <a:lstStyle/>
        <a:p>
          <a:endParaRPr lang="pt-BR"/>
        </a:p>
      </dgm:t>
    </dgm:pt>
    <dgm:pt modelId="{3FD17950-1FDC-4F2D-BDFA-A5B93CB34946}" type="sibTrans" cxnId="{E7CA807A-771A-4249-8FC8-182DBCAE2F5E}">
      <dgm:prSet/>
      <dgm:spPr/>
      <dgm:t>
        <a:bodyPr/>
        <a:lstStyle/>
        <a:p>
          <a:endParaRPr lang="pt-BR"/>
        </a:p>
      </dgm:t>
    </dgm:pt>
    <dgm:pt modelId="{4A7AFC93-4A00-4ABD-991A-6A1ADE676D1F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1055F3B2-E8FB-461F-B8FA-93C7FAA7E281}" type="parTrans" cxnId="{10658355-E0B8-4C8F-B63A-FD4D2B758CEC}">
      <dgm:prSet/>
      <dgm:spPr/>
      <dgm:t>
        <a:bodyPr/>
        <a:lstStyle/>
        <a:p>
          <a:endParaRPr lang="pt-BR"/>
        </a:p>
      </dgm:t>
    </dgm:pt>
    <dgm:pt modelId="{200538C0-8CD0-4C29-9E11-9AF6DFA1737E}" type="sibTrans" cxnId="{10658355-E0B8-4C8F-B63A-FD4D2B758CEC}">
      <dgm:prSet/>
      <dgm:spPr/>
      <dgm:t>
        <a:bodyPr/>
        <a:lstStyle/>
        <a:p>
          <a:endParaRPr lang="pt-BR"/>
        </a:p>
      </dgm:t>
    </dgm:pt>
    <dgm:pt modelId="{52191F5C-20B6-4259-9AC1-553A9945E52E}">
      <dgm:prSet phldrT="[Texto]" custT="1"/>
      <dgm:spPr/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gm:t>
    </dgm:pt>
    <dgm:pt modelId="{82C0E0E3-3F26-42BF-89EA-2B7373C58DEC}" type="parTrans" cxnId="{1CCAE70B-B031-420F-82FE-EEACD3D900CA}">
      <dgm:prSet/>
      <dgm:spPr/>
      <dgm:t>
        <a:bodyPr/>
        <a:lstStyle/>
        <a:p>
          <a:endParaRPr lang="pt-BR"/>
        </a:p>
      </dgm:t>
    </dgm:pt>
    <dgm:pt modelId="{3BD68404-92FB-4D31-9243-109552923BD2}" type="sibTrans" cxnId="{1CCAE70B-B031-420F-82FE-EEACD3D900CA}">
      <dgm:prSet/>
      <dgm:spPr/>
      <dgm:t>
        <a:bodyPr/>
        <a:lstStyle/>
        <a:p>
          <a:endParaRPr lang="pt-BR"/>
        </a:p>
      </dgm:t>
    </dgm:pt>
    <dgm:pt modelId="{498C3C90-70AC-4C6D-80FE-55BE8C0EAE0D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4E4CE550-9840-46DA-8187-F183680AB348}" type="parTrans" cxnId="{0A6772FF-78C3-4200-A6D9-D9F930B46452}">
      <dgm:prSet/>
      <dgm:spPr/>
      <dgm:t>
        <a:bodyPr/>
        <a:lstStyle/>
        <a:p>
          <a:endParaRPr lang="pt-BR"/>
        </a:p>
      </dgm:t>
    </dgm:pt>
    <dgm:pt modelId="{52074266-D460-4FB0-A0A7-CDA5FD5E29CF}" type="sibTrans" cxnId="{0A6772FF-78C3-4200-A6D9-D9F930B46452}">
      <dgm:prSet/>
      <dgm:spPr/>
      <dgm:t>
        <a:bodyPr/>
        <a:lstStyle/>
        <a:p>
          <a:endParaRPr lang="pt-BR"/>
        </a:p>
      </dgm:t>
    </dgm:pt>
    <dgm:pt modelId="{5473B529-1394-49E5-9351-969A2FC43A0C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gm:t>
    </dgm:pt>
    <dgm:pt modelId="{067CA825-48C1-4144-83C5-E14A38E7D765}" type="parTrans" cxnId="{C00741C5-23A2-40D0-9F22-55CC2B64C736}">
      <dgm:prSet/>
      <dgm:spPr/>
      <dgm:t>
        <a:bodyPr/>
        <a:lstStyle/>
        <a:p>
          <a:endParaRPr lang="pt-BR"/>
        </a:p>
      </dgm:t>
    </dgm:pt>
    <dgm:pt modelId="{ADC30EBA-D0BF-4600-AE1B-04A51216580C}" type="sibTrans" cxnId="{C00741C5-23A2-40D0-9F22-55CC2B64C736}">
      <dgm:prSet/>
      <dgm:spPr/>
      <dgm:t>
        <a:bodyPr/>
        <a:lstStyle/>
        <a:p>
          <a:endParaRPr lang="pt-BR"/>
        </a:p>
      </dgm:t>
    </dgm:pt>
    <dgm:pt modelId="{AA962B62-C08A-4339-A364-30309452FACF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1B6313-A814-4731-970E-2B5541189778}" type="parTrans" cxnId="{5B8ADC13-AF4A-4B05-833D-E63617E53F1A}">
      <dgm:prSet/>
      <dgm:spPr/>
      <dgm:t>
        <a:bodyPr/>
        <a:lstStyle/>
        <a:p>
          <a:endParaRPr lang="pt-BR"/>
        </a:p>
      </dgm:t>
    </dgm:pt>
    <dgm:pt modelId="{9C7AB6C6-1EB4-45F0-BD70-A8AABDF50360}" type="sibTrans" cxnId="{5B8ADC13-AF4A-4B05-833D-E63617E53F1A}">
      <dgm:prSet/>
      <dgm:spPr/>
      <dgm:t>
        <a:bodyPr/>
        <a:lstStyle/>
        <a:p>
          <a:endParaRPr lang="pt-BR"/>
        </a:p>
      </dgm:t>
    </dgm:pt>
    <dgm:pt modelId="{00331E06-4320-42E3-9D35-387C43DEB79A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3E58E5B4-28A0-4E22-B47F-0A3CD6662EE4}" type="parTrans" cxnId="{7B0918C1-4F70-4261-92F9-5FE6C3158D3C}">
      <dgm:prSet/>
      <dgm:spPr/>
      <dgm:t>
        <a:bodyPr/>
        <a:lstStyle/>
        <a:p>
          <a:endParaRPr lang="pt-BR"/>
        </a:p>
      </dgm:t>
    </dgm:pt>
    <dgm:pt modelId="{01F9316A-0D2C-4B1D-96A5-403BF291EC55}" type="sibTrans" cxnId="{7B0918C1-4F70-4261-92F9-5FE6C3158D3C}">
      <dgm:prSet/>
      <dgm:spPr/>
      <dgm:t>
        <a:bodyPr/>
        <a:lstStyle/>
        <a:p>
          <a:endParaRPr lang="pt-BR"/>
        </a:p>
      </dgm:t>
    </dgm:pt>
    <dgm:pt modelId="{7FF8A1C9-88C0-40D3-9E14-F18BDAC738FF}" type="pres">
      <dgm:prSet presAssocID="{479DB3F9-B629-4A33-9A9E-D7592977894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F433753-F34A-42A7-B450-1F00CDF98578}" type="pres">
      <dgm:prSet presAssocID="{22D84AA8-492A-4785-A40F-A0F8D4580326}" presName="centerShape" presStyleLbl="node0" presStyleIdx="0" presStyleCnt="1"/>
      <dgm:spPr/>
    </dgm:pt>
    <dgm:pt modelId="{6C0731D9-6516-47E2-B731-8B8F23447169}" type="pres">
      <dgm:prSet presAssocID="{E3D103B3-914D-4A27-AE09-9E6150915764}" presName="node" presStyleLbl="node1" presStyleIdx="0" presStyleCnt="8" custScaleX="125864" custScaleY="128488">
        <dgm:presLayoutVars>
          <dgm:bulletEnabled val="1"/>
        </dgm:presLayoutVars>
      </dgm:prSet>
      <dgm:spPr/>
    </dgm:pt>
    <dgm:pt modelId="{61339300-72C6-49F5-83B6-EDD85BBA89C7}" type="pres">
      <dgm:prSet presAssocID="{E3D103B3-914D-4A27-AE09-9E6150915764}" presName="dummy" presStyleCnt="0"/>
      <dgm:spPr/>
    </dgm:pt>
    <dgm:pt modelId="{96A0BFB7-AAE8-476E-ADAE-CD9C637B6981}" type="pres">
      <dgm:prSet presAssocID="{CE1B60B4-F240-45F9-B745-BAAFBAA77E18}" presName="sibTrans" presStyleLbl="sibTrans2D1" presStyleIdx="0" presStyleCnt="8"/>
      <dgm:spPr/>
    </dgm:pt>
    <dgm:pt modelId="{44BAE9A5-C147-4924-ACBF-57D9FC9972FA}" type="pres">
      <dgm:prSet presAssocID="{2B95381D-CC6F-463F-A53C-4001D8C5859F}" presName="node" presStyleLbl="node1" presStyleIdx="1" presStyleCnt="8" custScaleX="131847" custScaleY="124816">
        <dgm:presLayoutVars>
          <dgm:bulletEnabled val="1"/>
        </dgm:presLayoutVars>
      </dgm:prSet>
      <dgm:spPr/>
    </dgm:pt>
    <dgm:pt modelId="{10D4D09D-97FB-40B0-970B-ECD388DB2DD1}" type="pres">
      <dgm:prSet presAssocID="{2B95381D-CC6F-463F-A53C-4001D8C5859F}" presName="dummy" presStyleCnt="0"/>
      <dgm:spPr/>
    </dgm:pt>
    <dgm:pt modelId="{11B44F92-631E-42DD-84B6-D37491EFEAA1}" type="pres">
      <dgm:prSet presAssocID="{3FD17950-1FDC-4F2D-BDFA-A5B93CB34946}" presName="sibTrans" presStyleLbl="sibTrans2D1" presStyleIdx="1" presStyleCnt="8"/>
      <dgm:spPr/>
    </dgm:pt>
    <dgm:pt modelId="{A9CFBAC3-E4C5-45E4-93C6-CEB9D360B6B2}" type="pres">
      <dgm:prSet presAssocID="{4A7AFC93-4A00-4ABD-991A-6A1ADE676D1F}" presName="node" presStyleLbl="node1" presStyleIdx="2" presStyleCnt="8" custScaleX="123674" custScaleY="125443">
        <dgm:presLayoutVars>
          <dgm:bulletEnabled val="1"/>
        </dgm:presLayoutVars>
      </dgm:prSet>
      <dgm:spPr/>
    </dgm:pt>
    <dgm:pt modelId="{733CF093-0841-4587-AADE-680CABFB9C74}" type="pres">
      <dgm:prSet presAssocID="{4A7AFC93-4A00-4ABD-991A-6A1ADE676D1F}" presName="dummy" presStyleCnt="0"/>
      <dgm:spPr/>
    </dgm:pt>
    <dgm:pt modelId="{DA31789E-49B8-4D4D-900C-2AEDBDF14117}" type="pres">
      <dgm:prSet presAssocID="{200538C0-8CD0-4C29-9E11-9AF6DFA1737E}" presName="sibTrans" presStyleLbl="sibTrans2D1" presStyleIdx="2" presStyleCnt="8"/>
      <dgm:spPr/>
    </dgm:pt>
    <dgm:pt modelId="{B61EE8FB-5848-4DDB-887A-BD7DEA3C4E11}" type="pres">
      <dgm:prSet presAssocID="{52191F5C-20B6-4259-9AC1-553A9945E52E}" presName="node" presStyleLbl="node1" presStyleIdx="3" presStyleCnt="8" custScaleX="127617" custScaleY="128749">
        <dgm:presLayoutVars>
          <dgm:bulletEnabled val="1"/>
        </dgm:presLayoutVars>
      </dgm:prSet>
      <dgm:spPr/>
    </dgm:pt>
    <dgm:pt modelId="{91962597-DD57-4436-9DBC-251ED7912814}" type="pres">
      <dgm:prSet presAssocID="{52191F5C-20B6-4259-9AC1-553A9945E52E}" presName="dummy" presStyleCnt="0"/>
      <dgm:spPr/>
    </dgm:pt>
    <dgm:pt modelId="{6E0456D1-520F-4A83-8E26-7699CCEFB3A7}" type="pres">
      <dgm:prSet presAssocID="{3BD68404-92FB-4D31-9243-109552923BD2}" presName="sibTrans" presStyleLbl="sibTrans2D1" presStyleIdx="3" presStyleCnt="8"/>
      <dgm:spPr/>
    </dgm:pt>
    <dgm:pt modelId="{D2AAD0BD-7312-401C-A53B-5AC14B189033}" type="pres">
      <dgm:prSet presAssocID="{498C3C90-70AC-4C6D-80FE-55BE8C0EAE0D}" presName="node" presStyleLbl="node1" presStyleIdx="4" presStyleCnt="8" custScaleX="126989" custScaleY="131287">
        <dgm:presLayoutVars>
          <dgm:bulletEnabled val="1"/>
        </dgm:presLayoutVars>
      </dgm:prSet>
      <dgm:spPr/>
    </dgm:pt>
    <dgm:pt modelId="{CB01DDD2-E7F1-4B65-AD9B-E9AF90357948}" type="pres">
      <dgm:prSet presAssocID="{498C3C90-70AC-4C6D-80FE-55BE8C0EAE0D}" presName="dummy" presStyleCnt="0"/>
      <dgm:spPr/>
    </dgm:pt>
    <dgm:pt modelId="{E8B357FB-5068-42AE-B829-51F35DBD1AF4}" type="pres">
      <dgm:prSet presAssocID="{52074266-D460-4FB0-A0A7-CDA5FD5E29CF}" presName="sibTrans" presStyleLbl="sibTrans2D1" presStyleIdx="4" presStyleCnt="8"/>
      <dgm:spPr/>
    </dgm:pt>
    <dgm:pt modelId="{7B08933C-4E17-4F06-A6BF-79976A0F7638}" type="pres">
      <dgm:prSet presAssocID="{5473B529-1394-49E5-9351-969A2FC43A0C}" presName="node" presStyleLbl="node1" presStyleIdx="5" presStyleCnt="8" custScaleX="133400" custScaleY="131003">
        <dgm:presLayoutVars>
          <dgm:bulletEnabled val="1"/>
        </dgm:presLayoutVars>
      </dgm:prSet>
      <dgm:spPr/>
    </dgm:pt>
    <dgm:pt modelId="{2F89532B-77EC-4C6E-9DFD-68CD8F4D9269}" type="pres">
      <dgm:prSet presAssocID="{5473B529-1394-49E5-9351-969A2FC43A0C}" presName="dummy" presStyleCnt="0"/>
      <dgm:spPr/>
    </dgm:pt>
    <dgm:pt modelId="{4E2BF0EB-72D5-4A5F-A634-5248A34D8A3B}" type="pres">
      <dgm:prSet presAssocID="{ADC30EBA-D0BF-4600-AE1B-04A51216580C}" presName="sibTrans" presStyleLbl="sibTrans2D1" presStyleIdx="5" presStyleCnt="8"/>
      <dgm:spPr/>
    </dgm:pt>
    <dgm:pt modelId="{A97F8B39-E175-4E5E-9E37-B801B6D09DA5}" type="pres">
      <dgm:prSet presAssocID="{AA962B62-C08A-4339-A364-30309452FACF}" presName="node" presStyleLbl="node1" presStyleIdx="6" presStyleCnt="8" custScaleX="135938" custScaleY="138409">
        <dgm:presLayoutVars>
          <dgm:bulletEnabled val="1"/>
        </dgm:presLayoutVars>
      </dgm:prSet>
      <dgm:spPr/>
    </dgm:pt>
    <dgm:pt modelId="{8F306BC0-F28A-4C54-BFF0-485ABFE1C634}" type="pres">
      <dgm:prSet presAssocID="{AA962B62-C08A-4339-A364-30309452FACF}" presName="dummy" presStyleCnt="0"/>
      <dgm:spPr/>
    </dgm:pt>
    <dgm:pt modelId="{3566E7D2-8BBC-44D2-99C0-75E18C190FD6}" type="pres">
      <dgm:prSet presAssocID="{9C7AB6C6-1EB4-45F0-BD70-A8AABDF50360}" presName="sibTrans" presStyleLbl="sibTrans2D1" presStyleIdx="6" presStyleCnt="8"/>
      <dgm:spPr/>
    </dgm:pt>
    <dgm:pt modelId="{268EDC2A-70D2-4EAD-8E27-66630B8A53A8}" type="pres">
      <dgm:prSet presAssocID="{00331E06-4320-42E3-9D35-387C43DEB79A}" presName="node" presStyleLbl="node1" presStyleIdx="7" presStyleCnt="8" custScaleX="135301" custScaleY="127336">
        <dgm:presLayoutVars>
          <dgm:bulletEnabled val="1"/>
        </dgm:presLayoutVars>
      </dgm:prSet>
      <dgm:spPr/>
    </dgm:pt>
    <dgm:pt modelId="{38965720-6904-4D7C-96A7-4BA2DF61EEED}" type="pres">
      <dgm:prSet presAssocID="{00331E06-4320-42E3-9D35-387C43DEB79A}" presName="dummy" presStyleCnt="0"/>
      <dgm:spPr/>
    </dgm:pt>
    <dgm:pt modelId="{3F69E152-7FC8-44BB-9FCD-B756C2B1F33B}" type="pres">
      <dgm:prSet presAssocID="{01F9316A-0D2C-4B1D-96A5-403BF291EC55}" presName="sibTrans" presStyleLbl="sibTrans2D1" presStyleIdx="7" presStyleCnt="8"/>
      <dgm:spPr/>
    </dgm:pt>
  </dgm:ptLst>
  <dgm:cxnLst>
    <dgm:cxn modelId="{1CCAE70B-B031-420F-82FE-EEACD3D900CA}" srcId="{22D84AA8-492A-4785-A40F-A0F8D4580326}" destId="{52191F5C-20B6-4259-9AC1-553A9945E52E}" srcOrd="3" destOrd="0" parTransId="{82C0E0E3-3F26-42BF-89EA-2B7373C58DEC}" sibTransId="{3BD68404-92FB-4D31-9243-109552923BD2}"/>
    <dgm:cxn modelId="{6862880C-56F6-49CF-8F06-76F620064768}" srcId="{22D84AA8-492A-4785-A40F-A0F8D4580326}" destId="{E3D103B3-914D-4A27-AE09-9E6150915764}" srcOrd="0" destOrd="0" parTransId="{719495B2-3B77-4180-BC24-E24F49247E03}" sibTransId="{CE1B60B4-F240-45F9-B745-BAAFBAA77E18}"/>
    <dgm:cxn modelId="{5B8ADC13-AF4A-4B05-833D-E63617E53F1A}" srcId="{22D84AA8-492A-4785-A40F-A0F8D4580326}" destId="{AA962B62-C08A-4339-A364-30309452FACF}" srcOrd="6" destOrd="0" parTransId="{031B6313-A814-4731-970E-2B5541189778}" sibTransId="{9C7AB6C6-1EB4-45F0-BD70-A8AABDF50360}"/>
    <dgm:cxn modelId="{E6B4241A-6880-4E7F-A81E-F762CF66606B}" srcId="{479DB3F9-B629-4A33-9A9E-D75929778943}" destId="{22D84AA8-492A-4785-A40F-A0F8D4580326}" srcOrd="0" destOrd="0" parTransId="{B9FA282A-756B-4E3F-88EA-600E36ABC06B}" sibTransId="{F2F2191D-F48F-4650-9B27-CF325ACB8925}"/>
    <dgm:cxn modelId="{6D05963C-7DE5-4370-A9C8-359283BDCE2D}" type="presOf" srcId="{AA962B62-C08A-4339-A364-30309452FACF}" destId="{A97F8B39-E175-4E5E-9E37-B801B6D09DA5}" srcOrd="0" destOrd="0" presId="urn:microsoft.com/office/officeart/2005/8/layout/radial6"/>
    <dgm:cxn modelId="{C6D9224E-F9F0-4A40-BA76-151D8299301E}" type="presOf" srcId="{3BD68404-92FB-4D31-9243-109552923BD2}" destId="{6E0456D1-520F-4A83-8E26-7699CCEFB3A7}" srcOrd="0" destOrd="0" presId="urn:microsoft.com/office/officeart/2005/8/layout/radial6"/>
    <dgm:cxn modelId="{60EAB64E-3E0A-491E-8316-0DE4B3F336A3}" type="presOf" srcId="{22D84AA8-492A-4785-A40F-A0F8D4580326}" destId="{7F433753-F34A-42A7-B450-1F00CDF98578}" srcOrd="0" destOrd="0" presId="urn:microsoft.com/office/officeart/2005/8/layout/radial6"/>
    <dgm:cxn modelId="{21845B70-7571-4D5C-88E4-CD2F3D985481}" type="presOf" srcId="{5473B529-1394-49E5-9351-969A2FC43A0C}" destId="{7B08933C-4E17-4F06-A6BF-79976A0F7638}" srcOrd="0" destOrd="0" presId="urn:microsoft.com/office/officeart/2005/8/layout/radial6"/>
    <dgm:cxn modelId="{9B10CC51-BDD2-42AC-AD58-A4A0A83BDE73}" type="presOf" srcId="{498C3C90-70AC-4C6D-80FE-55BE8C0EAE0D}" destId="{D2AAD0BD-7312-401C-A53B-5AC14B189033}" srcOrd="0" destOrd="0" presId="urn:microsoft.com/office/officeart/2005/8/layout/radial6"/>
    <dgm:cxn modelId="{817EE071-63F6-483C-9901-16858B8704B1}" type="presOf" srcId="{01F9316A-0D2C-4B1D-96A5-403BF291EC55}" destId="{3F69E152-7FC8-44BB-9FCD-B756C2B1F33B}" srcOrd="0" destOrd="0" presId="urn:microsoft.com/office/officeart/2005/8/layout/radial6"/>
    <dgm:cxn modelId="{ED726B74-E473-4019-BA18-28784FC6676E}" type="presOf" srcId="{3FD17950-1FDC-4F2D-BDFA-A5B93CB34946}" destId="{11B44F92-631E-42DD-84B6-D37491EFEAA1}" srcOrd="0" destOrd="0" presId="urn:microsoft.com/office/officeart/2005/8/layout/radial6"/>
    <dgm:cxn modelId="{10658355-E0B8-4C8F-B63A-FD4D2B758CEC}" srcId="{22D84AA8-492A-4785-A40F-A0F8D4580326}" destId="{4A7AFC93-4A00-4ABD-991A-6A1ADE676D1F}" srcOrd="2" destOrd="0" parTransId="{1055F3B2-E8FB-461F-B8FA-93C7FAA7E281}" sibTransId="{200538C0-8CD0-4C29-9E11-9AF6DFA1737E}"/>
    <dgm:cxn modelId="{09C32457-D27F-4185-9524-54B31250D599}" type="presOf" srcId="{00331E06-4320-42E3-9D35-387C43DEB79A}" destId="{268EDC2A-70D2-4EAD-8E27-66630B8A53A8}" srcOrd="0" destOrd="0" presId="urn:microsoft.com/office/officeart/2005/8/layout/radial6"/>
    <dgm:cxn modelId="{CF7A0859-2C74-442F-8C92-99B6AD7BBFA8}" type="presOf" srcId="{CE1B60B4-F240-45F9-B745-BAAFBAA77E18}" destId="{96A0BFB7-AAE8-476E-ADAE-CD9C637B6981}" srcOrd="0" destOrd="0" presId="urn:microsoft.com/office/officeart/2005/8/layout/radial6"/>
    <dgm:cxn modelId="{E7CA807A-771A-4249-8FC8-182DBCAE2F5E}" srcId="{22D84AA8-492A-4785-A40F-A0F8D4580326}" destId="{2B95381D-CC6F-463F-A53C-4001D8C5859F}" srcOrd="1" destOrd="0" parTransId="{B4E4C8DE-4901-48CD-AD1E-08BC223EE6A4}" sibTransId="{3FD17950-1FDC-4F2D-BDFA-A5B93CB34946}"/>
    <dgm:cxn modelId="{2086B086-2CF9-4D42-ABA3-FBA1452AB64C}" type="presOf" srcId="{479DB3F9-B629-4A33-9A9E-D75929778943}" destId="{7FF8A1C9-88C0-40D3-9E14-F18BDAC738FF}" srcOrd="0" destOrd="0" presId="urn:microsoft.com/office/officeart/2005/8/layout/radial6"/>
    <dgm:cxn modelId="{D35D69B8-B984-4BDA-BCCB-D84D2806B155}" type="presOf" srcId="{2B95381D-CC6F-463F-A53C-4001D8C5859F}" destId="{44BAE9A5-C147-4924-ACBF-57D9FC9972FA}" srcOrd="0" destOrd="0" presId="urn:microsoft.com/office/officeart/2005/8/layout/radial6"/>
    <dgm:cxn modelId="{7B0918C1-4F70-4261-92F9-5FE6C3158D3C}" srcId="{22D84AA8-492A-4785-A40F-A0F8D4580326}" destId="{00331E06-4320-42E3-9D35-387C43DEB79A}" srcOrd="7" destOrd="0" parTransId="{3E58E5B4-28A0-4E22-B47F-0A3CD6662EE4}" sibTransId="{01F9316A-0D2C-4B1D-96A5-403BF291EC55}"/>
    <dgm:cxn modelId="{0FD8C0C2-5448-411E-89FE-A8AB0A09D237}" type="presOf" srcId="{4A7AFC93-4A00-4ABD-991A-6A1ADE676D1F}" destId="{A9CFBAC3-E4C5-45E4-93C6-CEB9D360B6B2}" srcOrd="0" destOrd="0" presId="urn:microsoft.com/office/officeart/2005/8/layout/radial6"/>
    <dgm:cxn modelId="{C00741C5-23A2-40D0-9F22-55CC2B64C736}" srcId="{22D84AA8-492A-4785-A40F-A0F8D4580326}" destId="{5473B529-1394-49E5-9351-969A2FC43A0C}" srcOrd="5" destOrd="0" parTransId="{067CA825-48C1-4144-83C5-E14A38E7D765}" sibTransId="{ADC30EBA-D0BF-4600-AE1B-04A51216580C}"/>
    <dgm:cxn modelId="{5D3E27D0-34F5-4FF9-84E1-F9EB2B044B90}" type="presOf" srcId="{52074266-D460-4FB0-A0A7-CDA5FD5E29CF}" destId="{E8B357FB-5068-42AE-B829-51F35DBD1AF4}" srcOrd="0" destOrd="0" presId="urn:microsoft.com/office/officeart/2005/8/layout/radial6"/>
    <dgm:cxn modelId="{56E6BDDC-688A-4405-8144-7D02C8F3CA32}" type="presOf" srcId="{9C7AB6C6-1EB4-45F0-BD70-A8AABDF50360}" destId="{3566E7D2-8BBC-44D2-99C0-75E18C190FD6}" srcOrd="0" destOrd="0" presId="urn:microsoft.com/office/officeart/2005/8/layout/radial6"/>
    <dgm:cxn modelId="{11B17DE7-C3E3-4F8A-85EE-459FDC5E81A0}" type="presOf" srcId="{52191F5C-20B6-4259-9AC1-553A9945E52E}" destId="{B61EE8FB-5848-4DDB-887A-BD7DEA3C4E11}" srcOrd="0" destOrd="0" presId="urn:microsoft.com/office/officeart/2005/8/layout/radial6"/>
    <dgm:cxn modelId="{4EDBC2EE-DD50-4E06-BB67-006DBC30C3E6}" type="presOf" srcId="{ADC30EBA-D0BF-4600-AE1B-04A51216580C}" destId="{4E2BF0EB-72D5-4A5F-A634-5248A34D8A3B}" srcOrd="0" destOrd="0" presId="urn:microsoft.com/office/officeart/2005/8/layout/radial6"/>
    <dgm:cxn modelId="{3EB481F2-AB35-473A-B6DB-62E50843A11C}" type="presOf" srcId="{200538C0-8CD0-4C29-9E11-9AF6DFA1737E}" destId="{DA31789E-49B8-4D4D-900C-2AEDBDF14117}" srcOrd="0" destOrd="0" presId="urn:microsoft.com/office/officeart/2005/8/layout/radial6"/>
    <dgm:cxn modelId="{7FA421F8-58D0-455B-90C1-6B2BB2BF458F}" type="presOf" srcId="{E3D103B3-914D-4A27-AE09-9E6150915764}" destId="{6C0731D9-6516-47E2-B731-8B8F23447169}" srcOrd="0" destOrd="0" presId="urn:microsoft.com/office/officeart/2005/8/layout/radial6"/>
    <dgm:cxn modelId="{0A6772FF-78C3-4200-A6D9-D9F930B46452}" srcId="{22D84AA8-492A-4785-A40F-A0F8D4580326}" destId="{498C3C90-70AC-4C6D-80FE-55BE8C0EAE0D}" srcOrd="4" destOrd="0" parTransId="{4E4CE550-9840-46DA-8187-F183680AB348}" sibTransId="{52074266-D460-4FB0-A0A7-CDA5FD5E29CF}"/>
    <dgm:cxn modelId="{2E5D235E-9AAC-4CC1-90CB-7B9F3DB4013F}" type="presParOf" srcId="{7FF8A1C9-88C0-40D3-9E14-F18BDAC738FF}" destId="{7F433753-F34A-42A7-B450-1F00CDF98578}" srcOrd="0" destOrd="0" presId="urn:microsoft.com/office/officeart/2005/8/layout/radial6"/>
    <dgm:cxn modelId="{C0C647C2-61A0-4E3C-AA83-640061D66DE9}" type="presParOf" srcId="{7FF8A1C9-88C0-40D3-9E14-F18BDAC738FF}" destId="{6C0731D9-6516-47E2-B731-8B8F23447169}" srcOrd="1" destOrd="0" presId="urn:microsoft.com/office/officeart/2005/8/layout/radial6"/>
    <dgm:cxn modelId="{73159582-D900-49E2-B525-E83E7FAEE444}" type="presParOf" srcId="{7FF8A1C9-88C0-40D3-9E14-F18BDAC738FF}" destId="{61339300-72C6-49F5-83B6-EDD85BBA89C7}" srcOrd="2" destOrd="0" presId="urn:microsoft.com/office/officeart/2005/8/layout/radial6"/>
    <dgm:cxn modelId="{A3EAEAAD-98A8-474C-AECF-8F46CF221F2B}" type="presParOf" srcId="{7FF8A1C9-88C0-40D3-9E14-F18BDAC738FF}" destId="{96A0BFB7-AAE8-476E-ADAE-CD9C637B6981}" srcOrd="3" destOrd="0" presId="urn:microsoft.com/office/officeart/2005/8/layout/radial6"/>
    <dgm:cxn modelId="{764E5575-EE69-4C35-9C50-C709B8A5B3A9}" type="presParOf" srcId="{7FF8A1C9-88C0-40D3-9E14-F18BDAC738FF}" destId="{44BAE9A5-C147-4924-ACBF-57D9FC9972FA}" srcOrd="4" destOrd="0" presId="urn:microsoft.com/office/officeart/2005/8/layout/radial6"/>
    <dgm:cxn modelId="{EBE67F3C-2BF0-4C7F-9733-CE25E661ABA0}" type="presParOf" srcId="{7FF8A1C9-88C0-40D3-9E14-F18BDAC738FF}" destId="{10D4D09D-97FB-40B0-970B-ECD388DB2DD1}" srcOrd="5" destOrd="0" presId="urn:microsoft.com/office/officeart/2005/8/layout/radial6"/>
    <dgm:cxn modelId="{A49774FC-8453-4E8B-BA23-7B031688D4EE}" type="presParOf" srcId="{7FF8A1C9-88C0-40D3-9E14-F18BDAC738FF}" destId="{11B44F92-631E-42DD-84B6-D37491EFEAA1}" srcOrd="6" destOrd="0" presId="urn:microsoft.com/office/officeart/2005/8/layout/radial6"/>
    <dgm:cxn modelId="{F89BB7FE-1194-49F2-877F-C23A769281E2}" type="presParOf" srcId="{7FF8A1C9-88C0-40D3-9E14-F18BDAC738FF}" destId="{A9CFBAC3-E4C5-45E4-93C6-CEB9D360B6B2}" srcOrd="7" destOrd="0" presId="urn:microsoft.com/office/officeart/2005/8/layout/radial6"/>
    <dgm:cxn modelId="{D7AC899E-6167-4282-A816-BCEE1C3DD8F5}" type="presParOf" srcId="{7FF8A1C9-88C0-40D3-9E14-F18BDAC738FF}" destId="{733CF093-0841-4587-AADE-680CABFB9C74}" srcOrd="8" destOrd="0" presId="urn:microsoft.com/office/officeart/2005/8/layout/radial6"/>
    <dgm:cxn modelId="{477CB396-0A58-4B7D-8F5D-5709F69D3595}" type="presParOf" srcId="{7FF8A1C9-88C0-40D3-9E14-F18BDAC738FF}" destId="{DA31789E-49B8-4D4D-900C-2AEDBDF14117}" srcOrd="9" destOrd="0" presId="urn:microsoft.com/office/officeart/2005/8/layout/radial6"/>
    <dgm:cxn modelId="{A9EC6633-BB20-4DF4-8D0E-E3A2F93D2A14}" type="presParOf" srcId="{7FF8A1C9-88C0-40D3-9E14-F18BDAC738FF}" destId="{B61EE8FB-5848-4DDB-887A-BD7DEA3C4E11}" srcOrd="10" destOrd="0" presId="urn:microsoft.com/office/officeart/2005/8/layout/radial6"/>
    <dgm:cxn modelId="{065728D1-4245-42A9-A0B4-2F83691D3F6E}" type="presParOf" srcId="{7FF8A1C9-88C0-40D3-9E14-F18BDAC738FF}" destId="{91962597-DD57-4436-9DBC-251ED7912814}" srcOrd="11" destOrd="0" presId="urn:microsoft.com/office/officeart/2005/8/layout/radial6"/>
    <dgm:cxn modelId="{F1C72225-5A88-489B-BE5B-033FEE12E662}" type="presParOf" srcId="{7FF8A1C9-88C0-40D3-9E14-F18BDAC738FF}" destId="{6E0456D1-520F-4A83-8E26-7699CCEFB3A7}" srcOrd="12" destOrd="0" presId="urn:microsoft.com/office/officeart/2005/8/layout/radial6"/>
    <dgm:cxn modelId="{3620DB2B-242D-4813-9C64-C589605CBB27}" type="presParOf" srcId="{7FF8A1C9-88C0-40D3-9E14-F18BDAC738FF}" destId="{D2AAD0BD-7312-401C-A53B-5AC14B189033}" srcOrd="13" destOrd="0" presId="urn:microsoft.com/office/officeart/2005/8/layout/radial6"/>
    <dgm:cxn modelId="{9E3F8782-C093-4EF1-BF01-21A8346C2A95}" type="presParOf" srcId="{7FF8A1C9-88C0-40D3-9E14-F18BDAC738FF}" destId="{CB01DDD2-E7F1-4B65-AD9B-E9AF90357948}" srcOrd="14" destOrd="0" presId="urn:microsoft.com/office/officeart/2005/8/layout/radial6"/>
    <dgm:cxn modelId="{9C6AEB0E-D6C9-4E13-8B22-E3E6637BFE66}" type="presParOf" srcId="{7FF8A1C9-88C0-40D3-9E14-F18BDAC738FF}" destId="{E8B357FB-5068-42AE-B829-51F35DBD1AF4}" srcOrd="15" destOrd="0" presId="urn:microsoft.com/office/officeart/2005/8/layout/radial6"/>
    <dgm:cxn modelId="{BAAA3710-036F-46F0-B45D-D5F2A00C3CA7}" type="presParOf" srcId="{7FF8A1C9-88C0-40D3-9E14-F18BDAC738FF}" destId="{7B08933C-4E17-4F06-A6BF-79976A0F7638}" srcOrd="16" destOrd="0" presId="urn:microsoft.com/office/officeart/2005/8/layout/radial6"/>
    <dgm:cxn modelId="{4C782B27-32DF-40BA-BD5F-689C46C69E75}" type="presParOf" srcId="{7FF8A1C9-88C0-40D3-9E14-F18BDAC738FF}" destId="{2F89532B-77EC-4C6E-9DFD-68CD8F4D9269}" srcOrd="17" destOrd="0" presId="urn:microsoft.com/office/officeart/2005/8/layout/radial6"/>
    <dgm:cxn modelId="{6A816588-8D7B-4A7A-A80A-D9A280BF029B}" type="presParOf" srcId="{7FF8A1C9-88C0-40D3-9E14-F18BDAC738FF}" destId="{4E2BF0EB-72D5-4A5F-A634-5248A34D8A3B}" srcOrd="18" destOrd="0" presId="urn:microsoft.com/office/officeart/2005/8/layout/radial6"/>
    <dgm:cxn modelId="{5E70FF84-7784-45EC-B342-3349B3790429}" type="presParOf" srcId="{7FF8A1C9-88C0-40D3-9E14-F18BDAC738FF}" destId="{A97F8B39-E175-4E5E-9E37-B801B6D09DA5}" srcOrd="19" destOrd="0" presId="urn:microsoft.com/office/officeart/2005/8/layout/radial6"/>
    <dgm:cxn modelId="{CC306E2A-618A-4722-B8DA-CFED897DD7EC}" type="presParOf" srcId="{7FF8A1C9-88C0-40D3-9E14-F18BDAC738FF}" destId="{8F306BC0-F28A-4C54-BFF0-485ABFE1C634}" srcOrd="20" destOrd="0" presId="urn:microsoft.com/office/officeart/2005/8/layout/radial6"/>
    <dgm:cxn modelId="{B4D0D825-4A5D-482F-B42A-886AAE778C5D}" type="presParOf" srcId="{7FF8A1C9-88C0-40D3-9E14-F18BDAC738FF}" destId="{3566E7D2-8BBC-44D2-99C0-75E18C190FD6}" srcOrd="21" destOrd="0" presId="urn:microsoft.com/office/officeart/2005/8/layout/radial6"/>
    <dgm:cxn modelId="{3752F15C-D1D6-4110-8357-3935553FA89D}" type="presParOf" srcId="{7FF8A1C9-88C0-40D3-9E14-F18BDAC738FF}" destId="{268EDC2A-70D2-4EAD-8E27-66630B8A53A8}" srcOrd="22" destOrd="0" presId="urn:microsoft.com/office/officeart/2005/8/layout/radial6"/>
    <dgm:cxn modelId="{B5F275A2-DD95-488A-A44C-5E6AFA427AB0}" type="presParOf" srcId="{7FF8A1C9-88C0-40D3-9E14-F18BDAC738FF}" destId="{38965720-6904-4D7C-96A7-4BA2DF61EEED}" srcOrd="23" destOrd="0" presId="urn:microsoft.com/office/officeart/2005/8/layout/radial6"/>
    <dgm:cxn modelId="{E5A25332-37DA-4337-9510-F92F36F5548D}" type="presParOf" srcId="{7FF8A1C9-88C0-40D3-9E14-F18BDAC738FF}" destId="{3F69E152-7FC8-44BB-9FCD-B756C2B1F33B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9DB3F9-B629-4A33-9A9E-D7592977894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2D84AA8-492A-4785-A40F-A0F8D4580326}">
      <dgm:prSet phldrT="[Texto]"/>
      <dgm:spPr>
        <a:solidFill>
          <a:srgbClr val="CC0066"/>
        </a:solidFill>
      </dgm:spPr>
      <dgm:t>
        <a:bodyPr/>
        <a:lstStyle/>
        <a:p>
          <a:r>
            <a:rPr lang="pt-BR" dirty="0"/>
            <a:t>ITIL</a:t>
          </a:r>
        </a:p>
      </dgm:t>
    </dgm:pt>
    <dgm:pt modelId="{B9FA282A-756B-4E3F-88EA-600E36ABC06B}" type="parTrans" cxnId="{E6B4241A-6880-4E7F-A81E-F762CF66606B}">
      <dgm:prSet/>
      <dgm:spPr/>
      <dgm:t>
        <a:bodyPr/>
        <a:lstStyle/>
        <a:p>
          <a:endParaRPr lang="pt-BR"/>
        </a:p>
      </dgm:t>
    </dgm:pt>
    <dgm:pt modelId="{F2F2191D-F48F-4650-9B27-CF325ACB8925}" type="sibTrans" cxnId="{E6B4241A-6880-4E7F-A81E-F762CF66606B}">
      <dgm:prSet/>
      <dgm:spPr/>
      <dgm:t>
        <a:bodyPr/>
        <a:lstStyle/>
        <a:p>
          <a:endParaRPr lang="pt-BR"/>
        </a:p>
      </dgm:t>
    </dgm:pt>
    <dgm:pt modelId="{E3D103B3-914D-4A27-AE09-9E615091576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719495B2-3B77-4180-BC24-E24F49247E03}" type="parTrans" cxnId="{6862880C-56F6-49CF-8F06-76F620064768}">
      <dgm:prSet/>
      <dgm:spPr/>
      <dgm:t>
        <a:bodyPr/>
        <a:lstStyle/>
        <a:p>
          <a:endParaRPr lang="pt-BR"/>
        </a:p>
      </dgm:t>
    </dgm:pt>
    <dgm:pt modelId="{CE1B60B4-F240-45F9-B745-BAAFBAA77E18}" type="sibTrans" cxnId="{6862880C-56F6-49CF-8F06-76F620064768}">
      <dgm:prSet/>
      <dgm:spPr/>
      <dgm:t>
        <a:bodyPr/>
        <a:lstStyle/>
        <a:p>
          <a:endParaRPr lang="pt-BR"/>
        </a:p>
      </dgm:t>
    </dgm:pt>
    <dgm:pt modelId="{2B95381D-CC6F-463F-A53C-4001D8C5859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B4E4C8DE-4901-48CD-AD1E-08BC223EE6A4}" type="parTrans" cxnId="{E7CA807A-771A-4249-8FC8-182DBCAE2F5E}">
      <dgm:prSet/>
      <dgm:spPr/>
      <dgm:t>
        <a:bodyPr/>
        <a:lstStyle/>
        <a:p>
          <a:endParaRPr lang="pt-BR"/>
        </a:p>
      </dgm:t>
    </dgm:pt>
    <dgm:pt modelId="{3FD17950-1FDC-4F2D-BDFA-A5B93CB34946}" type="sibTrans" cxnId="{E7CA807A-771A-4249-8FC8-182DBCAE2F5E}">
      <dgm:prSet/>
      <dgm:spPr/>
      <dgm:t>
        <a:bodyPr/>
        <a:lstStyle/>
        <a:p>
          <a:endParaRPr lang="pt-BR"/>
        </a:p>
      </dgm:t>
    </dgm:pt>
    <dgm:pt modelId="{4A7AFC93-4A00-4ABD-991A-6A1ADE676D1F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1055F3B2-E8FB-461F-B8FA-93C7FAA7E281}" type="parTrans" cxnId="{10658355-E0B8-4C8F-B63A-FD4D2B758CEC}">
      <dgm:prSet/>
      <dgm:spPr/>
      <dgm:t>
        <a:bodyPr/>
        <a:lstStyle/>
        <a:p>
          <a:endParaRPr lang="pt-BR"/>
        </a:p>
      </dgm:t>
    </dgm:pt>
    <dgm:pt modelId="{200538C0-8CD0-4C29-9E11-9AF6DFA1737E}" type="sibTrans" cxnId="{10658355-E0B8-4C8F-B63A-FD4D2B758CEC}">
      <dgm:prSet/>
      <dgm:spPr/>
      <dgm:t>
        <a:bodyPr/>
        <a:lstStyle/>
        <a:p>
          <a:endParaRPr lang="pt-BR"/>
        </a:p>
      </dgm:t>
    </dgm:pt>
    <dgm:pt modelId="{52191F5C-20B6-4259-9AC1-553A9945E52E}">
      <dgm:prSet phldrT="[Texto]" custT="1"/>
      <dgm:spPr/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gm:t>
    </dgm:pt>
    <dgm:pt modelId="{82C0E0E3-3F26-42BF-89EA-2B7373C58DEC}" type="parTrans" cxnId="{1CCAE70B-B031-420F-82FE-EEACD3D900CA}">
      <dgm:prSet/>
      <dgm:spPr/>
      <dgm:t>
        <a:bodyPr/>
        <a:lstStyle/>
        <a:p>
          <a:endParaRPr lang="pt-BR"/>
        </a:p>
      </dgm:t>
    </dgm:pt>
    <dgm:pt modelId="{3BD68404-92FB-4D31-9243-109552923BD2}" type="sibTrans" cxnId="{1CCAE70B-B031-420F-82FE-EEACD3D900CA}">
      <dgm:prSet/>
      <dgm:spPr/>
      <dgm:t>
        <a:bodyPr/>
        <a:lstStyle/>
        <a:p>
          <a:endParaRPr lang="pt-BR"/>
        </a:p>
      </dgm:t>
    </dgm:pt>
    <dgm:pt modelId="{498C3C90-70AC-4C6D-80FE-55BE8C0EAE0D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4E4CE550-9840-46DA-8187-F183680AB348}" type="parTrans" cxnId="{0A6772FF-78C3-4200-A6D9-D9F930B46452}">
      <dgm:prSet/>
      <dgm:spPr/>
      <dgm:t>
        <a:bodyPr/>
        <a:lstStyle/>
        <a:p>
          <a:endParaRPr lang="pt-BR"/>
        </a:p>
      </dgm:t>
    </dgm:pt>
    <dgm:pt modelId="{52074266-D460-4FB0-A0A7-CDA5FD5E29CF}" type="sibTrans" cxnId="{0A6772FF-78C3-4200-A6D9-D9F930B46452}">
      <dgm:prSet/>
      <dgm:spPr/>
      <dgm:t>
        <a:bodyPr/>
        <a:lstStyle/>
        <a:p>
          <a:endParaRPr lang="pt-BR"/>
        </a:p>
      </dgm:t>
    </dgm:pt>
    <dgm:pt modelId="{5473B529-1394-49E5-9351-969A2FC43A0C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gm:t>
    </dgm:pt>
    <dgm:pt modelId="{067CA825-48C1-4144-83C5-E14A38E7D765}" type="parTrans" cxnId="{C00741C5-23A2-40D0-9F22-55CC2B64C736}">
      <dgm:prSet/>
      <dgm:spPr/>
      <dgm:t>
        <a:bodyPr/>
        <a:lstStyle/>
        <a:p>
          <a:endParaRPr lang="pt-BR"/>
        </a:p>
      </dgm:t>
    </dgm:pt>
    <dgm:pt modelId="{ADC30EBA-D0BF-4600-AE1B-04A51216580C}" type="sibTrans" cxnId="{C00741C5-23A2-40D0-9F22-55CC2B64C736}">
      <dgm:prSet/>
      <dgm:spPr/>
      <dgm:t>
        <a:bodyPr/>
        <a:lstStyle/>
        <a:p>
          <a:endParaRPr lang="pt-BR"/>
        </a:p>
      </dgm:t>
    </dgm:pt>
    <dgm:pt modelId="{AA962B62-C08A-4339-A364-30309452FACF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1B6313-A814-4731-970E-2B5541189778}" type="parTrans" cxnId="{5B8ADC13-AF4A-4B05-833D-E63617E53F1A}">
      <dgm:prSet/>
      <dgm:spPr/>
      <dgm:t>
        <a:bodyPr/>
        <a:lstStyle/>
        <a:p>
          <a:endParaRPr lang="pt-BR"/>
        </a:p>
      </dgm:t>
    </dgm:pt>
    <dgm:pt modelId="{9C7AB6C6-1EB4-45F0-BD70-A8AABDF50360}" type="sibTrans" cxnId="{5B8ADC13-AF4A-4B05-833D-E63617E53F1A}">
      <dgm:prSet/>
      <dgm:spPr/>
      <dgm:t>
        <a:bodyPr/>
        <a:lstStyle/>
        <a:p>
          <a:endParaRPr lang="pt-BR"/>
        </a:p>
      </dgm:t>
    </dgm:pt>
    <dgm:pt modelId="{00331E06-4320-42E3-9D35-387C43DEB79A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gm:t>
    </dgm:pt>
    <dgm:pt modelId="{3E58E5B4-28A0-4E22-B47F-0A3CD6662EE4}" type="parTrans" cxnId="{7B0918C1-4F70-4261-92F9-5FE6C3158D3C}">
      <dgm:prSet/>
      <dgm:spPr/>
      <dgm:t>
        <a:bodyPr/>
        <a:lstStyle/>
        <a:p>
          <a:endParaRPr lang="pt-BR"/>
        </a:p>
      </dgm:t>
    </dgm:pt>
    <dgm:pt modelId="{01F9316A-0D2C-4B1D-96A5-403BF291EC55}" type="sibTrans" cxnId="{7B0918C1-4F70-4261-92F9-5FE6C3158D3C}">
      <dgm:prSet/>
      <dgm:spPr/>
      <dgm:t>
        <a:bodyPr/>
        <a:lstStyle/>
        <a:p>
          <a:endParaRPr lang="pt-BR"/>
        </a:p>
      </dgm:t>
    </dgm:pt>
    <dgm:pt modelId="{7FF8A1C9-88C0-40D3-9E14-F18BDAC738FF}" type="pres">
      <dgm:prSet presAssocID="{479DB3F9-B629-4A33-9A9E-D7592977894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F433753-F34A-42A7-B450-1F00CDF98578}" type="pres">
      <dgm:prSet presAssocID="{22D84AA8-492A-4785-A40F-A0F8D4580326}" presName="centerShape" presStyleLbl="node0" presStyleIdx="0" presStyleCnt="1"/>
      <dgm:spPr/>
    </dgm:pt>
    <dgm:pt modelId="{6C0731D9-6516-47E2-B731-8B8F23447169}" type="pres">
      <dgm:prSet presAssocID="{E3D103B3-914D-4A27-AE09-9E6150915764}" presName="node" presStyleLbl="node1" presStyleIdx="0" presStyleCnt="8" custScaleX="125864" custScaleY="128488">
        <dgm:presLayoutVars>
          <dgm:bulletEnabled val="1"/>
        </dgm:presLayoutVars>
      </dgm:prSet>
      <dgm:spPr/>
    </dgm:pt>
    <dgm:pt modelId="{61339300-72C6-49F5-83B6-EDD85BBA89C7}" type="pres">
      <dgm:prSet presAssocID="{E3D103B3-914D-4A27-AE09-9E6150915764}" presName="dummy" presStyleCnt="0"/>
      <dgm:spPr/>
    </dgm:pt>
    <dgm:pt modelId="{96A0BFB7-AAE8-476E-ADAE-CD9C637B6981}" type="pres">
      <dgm:prSet presAssocID="{CE1B60B4-F240-45F9-B745-BAAFBAA77E18}" presName="sibTrans" presStyleLbl="sibTrans2D1" presStyleIdx="0" presStyleCnt="8"/>
      <dgm:spPr/>
    </dgm:pt>
    <dgm:pt modelId="{44BAE9A5-C147-4924-ACBF-57D9FC9972FA}" type="pres">
      <dgm:prSet presAssocID="{2B95381D-CC6F-463F-A53C-4001D8C5859F}" presName="node" presStyleLbl="node1" presStyleIdx="1" presStyleCnt="8" custScaleX="131847" custScaleY="124816">
        <dgm:presLayoutVars>
          <dgm:bulletEnabled val="1"/>
        </dgm:presLayoutVars>
      </dgm:prSet>
      <dgm:spPr/>
    </dgm:pt>
    <dgm:pt modelId="{10D4D09D-97FB-40B0-970B-ECD388DB2DD1}" type="pres">
      <dgm:prSet presAssocID="{2B95381D-CC6F-463F-A53C-4001D8C5859F}" presName="dummy" presStyleCnt="0"/>
      <dgm:spPr/>
    </dgm:pt>
    <dgm:pt modelId="{11B44F92-631E-42DD-84B6-D37491EFEAA1}" type="pres">
      <dgm:prSet presAssocID="{3FD17950-1FDC-4F2D-BDFA-A5B93CB34946}" presName="sibTrans" presStyleLbl="sibTrans2D1" presStyleIdx="1" presStyleCnt="8"/>
      <dgm:spPr/>
    </dgm:pt>
    <dgm:pt modelId="{A9CFBAC3-E4C5-45E4-93C6-CEB9D360B6B2}" type="pres">
      <dgm:prSet presAssocID="{4A7AFC93-4A00-4ABD-991A-6A1ADE676D1F}" presName="node" presStyleLbl="node1" presStyleIdx="2" presStyleCnt="8" custScaleX="123674" custScaleY="125443">
        <dgm:presLayoutVars>
          <dgm:bulletEnabled val="1"/>
        </dgm:presLayoutVars>
      </dgm:prSet>
      <dgm:spPr/>
    </dgm:pt>
    <dgm:pt modelId="{733CF093-0841-4587-AADE-680CABFB9C74}" type="pres">
      <dgm:prSet presAssocID="{4A7AFC93-4A00-4ABD-991A-6A1ADE676D1F}" presName="dummy" presStyleCnt="0"/>
      <dgm:spPr/>
    </dgm:pt>
    <dgm:pt modelId="{DA31789E-49B8-4D4D-900C-2AEDBDF14117}" type="pres">
      <dgm:prSet presAssocID="{200538C0-8CD0-4C29-9E11-9AF6DFA1737E}" presName="sibTrans" presStyleLbl="sibTrans2D1" presStyleIdx="2" presStyleCnt="8"/>
      <dgm:spPr/>
    </dgm:pt>
    <dgm:pt modelId="{B61EE8FB-5848-4DDB-887A-BD7DEA3C4E11}" type="pres">
      <dgm:prSet presAssocID="{52191F5C-20B6-4259-9AC1-553A9945E52E}" presName="node" presStyleLbl="node1" presStyleIdx="3" presStyleCnt="8" custScaleX="127617" custScaleY="128749">
        <dgm:presLayoutVars>
          <dgm:bulletEnabled val="1"/>
        </dgm:presLayoutVars>
      </dgm:prSet>
      <dgm:spPr/>
    </dgm:pt>
    <dgm:pt modelId="{91962597-DD57-4436-9DBC-251ED7912814}" type="pres">
      <dgm:prSet presAssocID="{52191F5C-20B6-4259-9AC1-553A9945E52E}" presName="dummy" presStyleCnt="0"/>
      <dgm:spPr/>
    </dgm:pt>
    <dgm:pt modelId="{6E0456D1-520F-4A83-8E26-7699CCEFB3A7}" type="pres">
      <dgm:prSet presAssocID="{3BD68404-92FB-4D31-9243-109552923BD2}" presName="sibTrans" presStyleLbl="sibTrans2D1" presStyleIdx="3" presStyleCnt="8"/>
      <dgm:spPr/>
    </dgm:pt>
    <dgm:pt modelId="{D2AAD0BD-7312-401C-A53B-5AC14B189033}" type="pres">
      <dgm:prSet presAssocID="{498C3C90-70AC-4C6D-80FE-55BE8C0EAE0D}" presName="node" presStyleLbl="node1" presStyleIdx="4" presStyleCnt="8" custScaleX="126989" custScaleY="131287">
        <dgm:presLayoutVars>
          <dgm:bulletEnabled val="1"/>
        </dgm:presLayoutVars>
      </dgm:prSet>
      <dgm:spPr/>
    </dgm:pt>
    <dgm:pt modelId="{CB01DDD2-E7F1-4B65-AD9B-E9AF90357948}" type="pres">
      <dgm:prSet presAssocID="{498C3C90-70AC-4C6D-80FE-55BE8C0EAE0D}" presName="dummy" presStyleCnt="0"/>
      <dgm:spPr/>
    </dgm:pt>
    <dgm:pt modelId="{E8B357FB-5068-42AE-B829-51F35DBD1AF4}" type="pres">
      <dgm:prSet presAssocID="{52074266-D460-4FB0-A0A7-CDA5FD5E29CF}" presName="sibTrans" presStyleLbl="sibTrans2D1" presStyleIdx="4" presStyleCnt="8"/>
      <dgm:spPr/>
    </dgm:pt>
    <dgm:pt modelId="{7B08933C-4E17-4F06-A6BF-79976A0F7638}" type="pres">
      <dgm:prSet presAssocID="{5473B529-1394-49E5-9351-969A2FC43A0C}" presName="node" presStyleLbl="node1" presStyleIdx="5" presStyleCnt="8" custScaleX="133400" custScaleY="131003">
        <dgm:presLayoutVars>
          <dgm:bulletEnabled val="1"/>
        </dgm:presLayoutVars>
      </dgm:prSet>
      <dgm:spPr/>
    </dgm:pt>
    <dgm:pt modelId="{2F89532B-77EC-4C6E-9DFD-68CD8F4D9269}" type="pres">
      <dgm:prSet presAssocID="{5473B529-1394-49E5-9351-969A2FC43A0C}" presName="dummy" presStyleCnt="0"/>
      <dgm:spPr/>
    </dgm:pt>
    <dgm:pt modelId="{4E2BF0EB-72D5-4A5F-A634-5248A34D8A3B}" type="pres">
      <dgm:prSet presAssocID="{ADC30EBA-D0BF-4600-AE1B-04A51216580C}" presName="sibTrans" presStyleLbl="sibTrans2D1" presStyleIdx="5" presStyleCnt="8"/>
      <dgm:spPr/>
    </dgm:pt>
    <dgm:pt modelId="{A97F8B39-E175-4E5E-9E37-B801B6D09DA5}" type="pres">
      <dgm:prSet presAssocID="{AA962B62-C08A-4339-A364-30309452FACF}" presName="node" presStyleLbl="node1" presStyleIdx="6" presStyleCnt="8" custScaleX="135938" custScaleY="138409">
        <dgm:presLayoutVars>
          <dgm:bulletEnabled val="1"/>
        </dgm:presLayoutVars>
      </dgm:prSet>
      <dgm:spPr/>
    </dgm:pt>
    <dgm:pt modelId="{8F306BC0-F28A-4C54-BFF0-485ABFE1C634}" type="pres">
      <dgm:prSet presAssocID="{AA962B62-C08A-4339-A364-30309452FACF}" presName="dummy" presStyleCnt="0"/>
      <dgm:spPr/>
    </dgm:pt>
    <dgm:pt modelId="{3566E7D2-8BBC-44D2-99C0-75E18C190FD6}" type="pres">
      <dgm:prSet presAssocID="{9C7AB6C6-1EB4-45F0-BD70-A8AABDF50360}" presName="sibTrans" presStyleLbl="sibTrans2D1" presStyleIdx="6" presStyleCnt="8"/>
      <dgm:spPr/>
    </dgm:pt>
    <dgm:pt modelId="{268EDC2A-70D2-4EAD-8E27-66630B8A53A8}" type="pres">
      <dgm:prSet presAssocID="{00331E06-4320-42E3-9D35-387C43DEB79A}" presName="node" presStyleLbl="node1" presStyleIdx="7" presStyleCnt="8" custScaleX="135301" custScaleY="127336">
        <dgm:presLayoutVars>
          <dgm:bulletEnabled val="1"/>
        </dgm:presLayoutVars>
      </dgm:prSet>
      <dgm:spPr/>
    </dgm:pt>
    <dgm:pt modelId="{38965720-6904-4D7C-96A7-4BA2DF61EEED}" type="pres">
      <dgm:prSet presAssocID="{00331E06-4320-42E3-9D35-387C43DEB79A}" presName="dummy" presStyleCnt="0"/>
      <dgm:spPr/>
    </dgm:pt>
    <dgm:pt modelId="{3F69E152-7FC8-44BB-9FCD-B756C2B1F33B}" type="pres">
      <dgm:prSet presAssocID="{01F9316A-0D2C-4B1D-96A5-403BF291EC55}" presName="sibTrans" presStyleLbl="sibTrans2D1" presStyleIdx="7" presStyleCnt="8"/>
      <dgm:spPr/>
    </dgm:pt>
  </dgm:ptLst>
  <dgm:cxnLst>
    <dgm:cxn modelId="{1CCAE70B-B031-420F-82FE-EEACD3D900CA}" srcId="{22D84AA8-492A-4785-A40F-A0F8D4580326}" destId="{52191F5C-20B6-4259-9AC1-553A9945E52E}" srcOrd="3" destOrd="0" parTransId="{82C0E0E3-3F26-42BF-89EA-2B7373C58DEC}" sibTransId="{3BD68404-92FB-4D31-9243-109552923BD2}"/>
    <dgm:cxn modelId="{6862880C-56F6-49CF-8F06-76F620064768}" srcId="{22D84AA8-492A-4785-A40F-A0F8D4580326}" destId="{E3D103B3-914D-4A27-AE09-9E6150915764}" srcOrd="0" destOrd="0" parTransId="{719495B2-3B77-4180-BC24-E24F49247E03}" sibTransId="{CE1B60B4-F240-45F9-B745-BAAFBAA77E18}"/>
    <dgm:cxn modelId="{5B8ADC13-AF4A-4B05-833D-E63617E53F1A}" srcId="{22D84AA8-492A-4785-A40F-A0F8D4580326}" destId="{AA962B62-C08A-4339-A364-30309452FACF}" srcOrd="6" destOrd="0" parTransId="{031B6313-A814-4731-970E-2B5541189778}" sibTransId="{9C7AB6C6-1EB4-45F0-BD70-A8AABDF50360}"/>
    <dgm:cxn modelId="{E6B4241A-6880-4E7F-A81E-F762CF66606B}" srcId="{479DB3F9-B629-4A33-9A9E-D75929778943}" destId="{22D84AA8-492A-4785-A40F-A0F8D4580326}" srcOrd="0" destOrd="0" parTransId="{B9FA282A-756B-4E3F-88EA-600E36ABC06B}" sibTransId="{F2F2191D-F48F-4650-9B27-CF325ACB8925}"/>
    <dgm:cxn modelId="{6D05963C-7DE5-4370-A9C8-359283BDCE2D}" type="presOf" srcId="{AA962B62-C08A-4339-A364-30309452FACF}" destId="{A97F8B39-E175-4E5E-9E37-B801B6D09DA5}" srcOrd="0" destOrd="0" presId="urn:microsoft.com/office/officeart/2005/8/layout/radial6"/>
    <dgm:cxn modelId="{C6D9224E-F9F0-4A40-BA76-151D8299301E}" type="presOf" srcId="{3BD68404-92FB-4D31-9243-109552923BD2}" destId="{6E0456D1-520F-4A83-8E26-7699CCEFB3A7}" srcOrd="0" destOrd="0" presId="urn:microsoft.com/office/officeart/2005/8/layout/radial6"/>
    <dgm:cxn modelId="{60EAB64E-3E0A-491E-8316-0DE4B3F336A3}" type="presOf" srcId="{22D84AA8-492A-4785-A40F-A0F8D4580326}" destId="{7F433753-F34A-42A7-B450-1F00CDF98578}" srcOrd="0" destOrd="0" presId="urn:microsoft.com/office/officeart/2005/8/layout/radial6"/>
    <dgm:cxn modelId="{21845B70-7571-4D5C-88E4-CD2F3D985481}" type="presOf" srcId="{5473B529-1394-49E5-9351-969A2FC43A0C}" destId="{7B08933C-4E17-4F06-A6BF-79976A0F7638}" srcOrd="0" destOrd="0" presId="urn:microsoft.com/office/officeart/2005/8/layout/radial6"/>
    <dgm:cxn modelId="{9B10CC51-BDD2-42AC-AD58-A4A0A83BDE73}" type="presOf" srcId="{498C3C90-70AC-4C6D-80FE-55BE8C0EAE0D}" destId="{D2AAD0BD-7312-401C-A53B-5AC14B189033}" srcOrd="0" destOrd="0" presId="urn:microsoft.com/office/officeart/2005/8/layout/radial6"/>
    <dgm:cxn modelId="{817EE071-63F6-483C-9901-16858B8704B1}" type="presOf" srcId="{01F9316A-0D2C-4B1D-96A5-403BF291EC55}" destId="{3F69E152-7FC8-44BB-9FCD-B756C2B1F33B}" srcOrd="0" destOrd="0" presId="urn:microsoft.com/office/officeart/2005/8/layout/radial6"/>
    <dgm:cxn modelId="{ED726B74-E473-4019-BA18-28784FC6676E}" type="presOf" srcId="{3FD17950-1FDC-4F2D-BDFA-A5B93CB34946}" destId="{11B44F92-631E-42DD-84B6-D37491EFEAA1}" srcOrd="0" destOrd="0" presId="urn:microsoft.com/office/officeart/2005/8/layout/radial6"/>
    <dgm:cxn modelId="{10658355-E0B8-4C8F-B63A-FD4D2B758CEC}" srcId="{22D84AA8-492A-4785-A40F-A0F8D4580326}" destId="{4A7AFC93-4A00-4ABD-991A-6A1ADE676D1F}" srcOrd="2" destOrd="0" parTransId="{1055F3B2-E8FB-461F-B8FA-93C7FAA7E281}" sibTransId="{200538C0-8CD0-4C29-9E11-9AF6DFA1737E}"/>
    <dgm:cxn modelId="{09C32457-D27F-4185-9524-54B31250D599}" type="presOf" srcId="{00331E06-4320-42E3-9D35-387C43DEB79A}" destId="{268EDC2A-70D2-4EAD-8E27-66630B8A53A8}" srcOrd="0" destOrd="0" presId="urn:microsoft.com/office/officeart/2005/8/layout/radial6"/>
    <dgm:cxn modelId="{CF7A0859-2C74-442F-8C92-99B6AD7BBFA8}" type="presOf" srcId="{CE1B60B4-F240-45F9-B745-BAAFBAA77E18}" destId="{96A0BFB7-AAE8-476E-ADAE-CD9C637B6981}" srcOrd="0" destOrd="0" presId="urn:microsoft.com/office/officeart/2005/8/layout/radial6"/>
    <dgm:cxn modelId="{E7CA807A-771A-4249-8FC8-182DBCAE2F5E}" srcId="{22D84AA8-492A-4785-A40F-A0F8D4580326}" destId="{2B95381D-CC6F-463F-A53C-4001D8C5859F}" srcOrd="1" destOrd="0" parTransId="{B4E4C8DE-4901-48CD-AD1E-08BC223EE6A4}" sibTransId="{3FD17950-1FDC-4F2D-BDFA-A5B93CB34946}"/>
    <dgm:cxn modelId="{2086B086-2CF9-4D42-ABA3-FBA1452AB64C}" type="presOf" srcId="{479DB3F9-B629-4A33-9A9E-D75929778943}" destId="{7FF8A1C9-88C0-40D3-9E14-F18BDAC738FF}" srcOrd="0" destOrd="0" presId="urn:microsoft.com/office/officeart/2005/8/layout/radial6"/>
    <dgm:cxn modelId="{D35D69B8-B984-4BDA-BCCB-D84D2806B155}" type="presOf" srcId="{2B95381D-CC6F-463F-A53C-4001D8C5859F}" destId="{44BAE9A5-C147-4924-ACBF-57D9FC9972FA}" srcOrd="0" destOrd="0" presId="urn:microsoft.com/office/officeart/2005/8/layout/radial6"/>
    <dgm:cxn modelId="{7B0918C1-4F70-4261-92F9-5FE6C3158D3C}" srcId="{22D84AA8-492A-4785-A40F-A0F8D4580326}" destId="{00331E06-4320-42E3-9D35-387C43DEB79A}" srcOrd="7" destOrd="0" parTransId="{3E58E5B4-28A0-4E22-B47F-0A3CD6662EE4}" sibTransId="{01F9316A-0D2C-4B1D-96A5-403BF291EC55}"/>
    <dgm:cxn modelId="{0FD8C0C2-5448-411E-89FE-A8AB0A09D237}" type="presOf" srcId="{4A7AFC93-4A00-4ABD-991A-6A1ADE676D1F}" destId="{A9CFBAC3-E4C5-45E4-93C6-CEB9D360B6B2}" srcOrd="0" destOrd="0" presId="urn:microsoft.com/office/officeart/2005/8/layout/radial6"/>
    <dgm:cxn modelId="{C00741C5-23A2-40D0-9F22-55CC2B64C736}" srcId="{22D84AA8-492A-4785-A40F-A0F8D4580326}" destId="{5473B529-1394-49E5-9351-969A2FC43A0C}" srcOrd="5" destOrd="0" parTransId="{067CA825-48C1-4144-83C5-E14A38E7D765}" sibTransId="{ADC30EBA-D0BF-4600-AE1B-04A51216580C}"/>
    <dgm:cxn modelId="{5D3E27D0-34F5-4FF9-84E1-F9EB2B044B90}" type="presOf" srcId="{52074266-D460-4FB0-A0A7-CDA5FD5E29CF}" destId="{E8B357FB-5068-42AE-B829-51F35DBD1AF4}" srcOrd="0" destOrd="0" presId="urn:microsoft.com/office/officeart/2005/8/layout/radial6"/>
    <dgm:cxn modelId="{56E6BDDC-688A-4405-8144-7D02C8F3CA32}" type="presOf" srcId="{9C7AB6C6-1EB4-45F0-BD70-A8AABDF50360}" destId="{3566E7D2-8BBC-44D2-99C0-75E18C190FD6}" srcOrd="0" destOrd="0" presId="urn:microsoft.com/office/officeart/2005/8/layout/radial6"/>
    <dgm:cxn modelId="{11B17DE7-C3E3-4F8A-85EE-459FDC5E81A0}" type="presOf" srcId="{52191F5C-20B6-4259-9AC1-553A9945E52E}" destId="{B61EE8FB-5848-4DDB-887A-BD7DEA3C4E11}" srcOrd="0" destOrd="0" presId="urn:microsoft.com/office/officeart/2005/8/layout/radial6"/>
    <dgm:cxn modelId="{4EDBC2EE-DD50-4E06-BB67-006DBC30C3E6}" type="presOf" srcId="{ADC30EBA-D0BF-4600-AE1B-04A51216580C}" destId="{4E2BF0EB-72D5-4A5F-A634-5248A34D8A3B}" srcOrd="0" destOrd="0" presId="urn:microsoft.com/office/officeart/2005/8/layout/radial6"/>
    <dgm:cxn modelId="{3EB481F2-AB35-473A-B6DB-62E50843A11C}" type="presOf" srcId="{200538C0-8CD0-4C29-9E11-9AF6DFA1737E}" destId="{DA31789E-49B8-4D4D-900C-2AEDBDF14117}" srcOrd="0" destOrd="0" presId="urn:microsoft.com/office/officeart/2005/8/layout/radial6"/>
    <dgm:cxn modelId="{7FA421F8-58D0-455B-90C1-6B2BB2BF458F}" type="presOf" srcId="{E3D103B3-914D-4A27-AE09-9E6150915764}" destId="{6C0731D9-6516-47E2-B731-8B8F23447169}" srcOrd="0" destOrd="0" presId="urn:microsoft.com/office/officeart/2005/8/layout/radial6"/>
    <dgm:cxn modelId="{0A6772FF-78C3-4200-A6D9-D9F930B46452}" srcId="{22D84AA8-492A-4785-A40F-A0F8D4580326}" destId="{498C3C90-70AC-4C6D-80FE-55BE8C0EAE0D}" srcOrd="4" destOrd="0" parTransId="{4E4CE550-9840-46DA-8187-F183680AB348}" sibTransId="{52074266-D460-4FB0-A0A7-CDA5FD5E29CF}"/>
    <dgm:cxn modelId="{2E5D235E-9AAC-4CC1-90CB-7B9F3DB4013F}" type="presParOf" srcId="{7FF8A1C9-88C0-40D3-9E14-F18BDAC738FF}" destId="{7F433753-F34A-42A7-B450-1F00CDF98578}" srcOrd="0" destOrd="0" presId="urn:microsoft.com/office/officeart/2005/8/layout/radial6"/>
    <dgm:cxn modelId="{C0C647C2-61A0-4E3C-AA83-640061D66DE9}" type="presParOf" srcId="{7FF8A1C9-88C0-40D3-9E14-F18BDAC738FF}" destId="{6C0731D9-6516-47E2-B731-8B8F23447169}" srcOrd="1" destOrd="0" presId="urn:microsoft.com/office/officeart/2005/8/layout/radial6"/>
    <dgm:cxn modelId="{73159582-D900-49E2-B525-E83E7FAEE444}" type="presParOf" srcId="{7FF8A1C9-88C0-40D3-9E14-F18BDAC738FF}" destId="{61339300-72C6-49F5-83B6-EDD85BBA89C7}" srcOrd="2" destOrd="0" presId="urn:microsoft.com/office/officeart/2005/8/layout/radial6"/>
    <dgm:cxn modelId="{A3EAEAAD-98A8-474C-AECF-8F46CF221F2B}" type="presParOf" srcId="{7FF8A1C9-88C0-40D3-9E14-F18BDAC738FF}" destId="{96A0BFB7-AAE8-476E-ADAE-CD9C637B6981}" srcOrd="3" destOrd="0" presId="urn:microsoft.com/office/officeart/2005/8/layout/radial6"/>
    <dgm:cxn modelId="{764E5575-EE69-4C35-9C50-C709B8A5B3A9}" type="presParOf" srcId="{7FF8A1C9-88C0-40D3-9E14-F18BDAC738FF}" destId="{44BAE9A5-C147-4924-ACBF-57D9FC9972FA}" srcOrd="4" destOrd="0" presId="urn:microsoft.com/office/officeart/2005/8/layout/radial6"/>
    <dgm:cxn modelId="{EBE67F3C-2BF0-4C7F-9733-CE25E661ABA0}" type="presParOf" srcId="{7FF8A1C9-88C0-40D3-9E14-F18BDAC738FF}" destId="{10D4D09D-97FB-40B0-970B-ECD388DB2DD1}" srcOrd="5" destOrd="0" presId="urn:microsoft.com/office/officeart/2005/8/layout/radial6"/>
    <dgm:cxn modelId="{A49774FC-8453-4E8B-BA23-7B031688D4EE}" type="presParOf" srcId="{7FF8A1C9-88C0-40D3-9E14-F18BDAC738FF}" destId="{11B44F92-631E-42DD-84B6-D37491EFEAA1}" srcOrd="6" destOrd="0" presId="urn:microsoft.com/office/officeart/2005/8/layout/radial6"/>
    <dgm:cxn modelId="{F89BB7FE-1194-49F2-877F-C23A769281E2}" type="presParOf" srcId="{7FF8A1C9-88C0-40D3-9E14-F18BDAC738FF}" destId="{A9CFBAC3-E4C5-45E4-93C6-CEB9D360B6B2}" srcOrd="7" destOrd="0" presId="urn:microsoft.com/office/officeart/2005/8/layout/radial6"/>
    <dgm:cxn modelId="{D7AC899E-6167-4282-A816-BCEE1C3DD8F5}" type="presParOf" srcId="{7FF8A1C9-88C0-40D3-9E14-F18BDAC738FF}" destId="{733CF093-0841-4587-AADE-680CABFB9C74}" srcOrd="8" destOrd="0" presId="urn:microsoft.com/office/officeart/2005/8/layout/radial6"/>
    <dgm:cxn modelId="{477CB396-0A58-4B7D-8F5D-5709F69D3595}" type="presParOf" srcId="{7FF8A1C9-88C0-40D3-9E14-F18BDAC738FF}" destId="{DA31789E-49B8-4D4D-900C-2AEDBDF14117}" srcOrd="9" destOrd="0" presId="urn:microsoft.com/office/officeart/2005/8/layout/radial6"/>
    <dgm:cxn modelId="{A9EC6633-BB20-4DF4-8D0E-E3A2F93D2A14}" type="presParOf" srcId="{7FF8A1C9-88C0-40D3-9E14-F18BDAC738FF}" destId="{B61EE8FB-5848-4DDB-887A-BD7DEA3C4E11}" srcOrd="10" destOrd="0" presId="urn:microsoft.com/office/officeart/2005/8/layout/radial6"/>
    <dgm:cxn modelId="{065728D1-4245-42A9-A0B4-2F83691D3F6E}" type="presParOf" srcId="{7FF8A1C9-88C0-40D3-9E14-F18BDAC738FF}" destId="{91962597-DD57-4436-9DBC-251ED7912814}" srcOrd="11" destOrd="0" presId="urn:microsoft.com/office/officeart/2005/8/layout/radial6"/>
    <dgm:cxn modelId="{F1C72225-5A88-489B-BE5B-033FEE12E662}" type="presParOf" srcId="{7FF8A1C9-88C0-40D3-9E14-F18BDAC738FF}" destId="{6E0456D1-520F-4A83-8E26-7699CCEFB3A7}" srcOrd="12" destOrd="0" presId="urn:microsoft.com/office/officeart/2005/8/layout/radial6"/>
    <dgm:cxn modelId="{3620DB2B-242D-4813-9C64-C589605CBB27}" type="presParOf" srcId="{7FF8A1C9-88C0-40D3-9E14-F18BDAC738FF}" destId="{D2AAD0BD-7312-401C-A53B-5AC14B189033}" srcOrd="13" destOrd="0" presId="urn:microsoft.com/office/officeart/2005/8/layout/radial6"/>
    <dgm:cxn modelId="{9E3F8782-C093-4EF1-BF01-21A8346C2A95}" type="presParOf" srcId="{7FF8A1C9-88C0-40D3-9E14-F18BDAC738FF}" destId="{CB01DDD2-E7F1-4B65-AD9B-E9AF90357948}" srcOrd="14" destOrd="0" presId="urn:microsoft.com/office/officeart/2005/8/layout/radial6"/>
    <dgm:cxn modelId="{9C6AEB0E-D6C9-4E13-8B22-E3E6637BFE66}" type="presParOf" srcId="{7FF8A1C9-88C0-40D3-9E14-F18BDAC738FF}" destId="{E8B357FB-5068-42AE-B829-51F35DBD1AF4}" srcOrd="15" destOrd="0" presId="urn:microsoft.com/office/officeart/2005/8/layout/radial6"/>
    <dgm:cxn modelId="{BAAA3710-036F-46F0-B45D-D5F2A00C3CA7}" type="presParOf" srcId="{7FF8A1C9-88C0-40D3-9E14-F18BDAC738FF}" destId="{7B08933C-4E17-4F06-A6BF-79976A0F7638}" srcOrd="16" destOrd="0" presId="urn:microsoft.com/office/officeart/2005/8/layout/radial6"/>
    <dgm:cxn modelId="{4C782B27-32DF-40BA-BD5F-689C46C69E75}" type="presParOf" srcId="{7FF8A1C9-88C0-40D3-9E14-F18BDAC738FF}" destId="{2F89532B-77EC-4C6E-9DFD-68CD8F4D9269}" srcOrd="17" destOrd="0" presId="urn:microsoft.com/office/officeart/2005/8/layout/radial6"/>
    <dgm:cxn modelId="{6A816588-8D7B-4A7A-A80A-D9A280BF029B}" type="presParOf" srcId="{7FF8A1C9-88C0-40D3-9E14-F18BDAC738FF}" destId="{4E2BF0EB-72D5-4A5F-A634-5248A34D8A3B}" srcOrd="18" destOrd="0" presId="urn:microsoft.com/office/officeart/2005/8/layout/radial6"/>
    <dgm:cxn modelId="{5E70FF84-7784-45EC-B342-3349B3790429}" type="presParOf" srcId="{7FF8A1C9-88C0-40D3-9E14-F18BDAC738FF}" destId="{A97F8B39-E175-4E5E-9E37-B801B6D09DA5}" srcOrd="19" destOrd="0" presId="urn:microsoft.com/office/officeart/2005/8/layout/radial6"/>
    <dgm:cxn modelId="{CC306E2A-618A-4722-B8DA-CFED897DD7EC}" type="presParOf" srcId="{7FF8A1C9-88C0-40D3-9E14-F18BDAC738FF}" destId="{8F306BC0-F28A-4C54-BFF0-485ABFE1C634}" srcOrd="20" destOrd="0" presId="urn:microsoft.com/office/officeart/2005/8/layout/radial6"/>
    <dgm:cxn modelId="{B4D0D825-4A5D-482F-B42A-886AAE778C5D}" type="presParOf" srcId="{7FF8A1C9-88C0-40D3-9E14-F18BDAC738FF}" destId="{3566E7D2-8BBC-44D2-99C0-75E18C190FD6}" srcOrd="21" destOrd="0" presId="urn:microsoft.com/office/officeart/2005/8/layout/radial6"/>
    <dgm:cxn modelId="{3752F15C-D1D6-4110-8357-3935553FA89D}" type="presParOf" srcId="{7FF8A1C9-88C0-40D3-9E14-F18BDAC738FF}" destId="{268EDC2A-70D2-4EAD-8E27-66630B8A53A8}" srcOrd="22" destOrd="0" presId="urn:microsoft.com/office/officeart/2005/8/layout/radial6"/>
    <dgm:cxn modelId="{B5F275A2-DD95-488A-A44C-5E6AFA427AB0}" type="presParOf" srcId="{7FF8A1C9-88C0-40D3-9E14-F18BDAC738FF}" destId="{38965720-6904-4D7C-96A7-4BA2DF61EEED}" srcOrd="23" destOrd="0" presId="urn:microsoft.com/office/officeart/2005/8/layout/radial6"/>
    <dgm:cxn modelId="{E5A25332-37DA-4337-9510-F92F36F5548D}" type="presParOf" srcId="{7FF8A1C9-88C0-40D3-9E14-F18BDAC738FF}" destId="{3F69E152-7FC8-44BB-9FCD-B756C2B1F33B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E152-7FC8-44BB-9FCD-B756C2B1F33B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13500000"/>
            <a:gd name="adj2" fmla="val 162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E7D2-8BBC-44D2-99C0-75E18C190FD6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10800000"/>
            <a:gd name="adj2" fmla="val 135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BF0EB-72D5-4A5F-A634-5248A34D8A3B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8100000"/>
            <a:gd name="adj2" fmla="val 108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357FB-5068-42AE-B829-51F35DBD1AF4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5400000"/>
            <a:gd name="adj2" fmla="val 81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56D1-520F-4A83-8E26-7699CCEFB3A7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2700000"/>
            <a:gd name="adj2" fmla="val 54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789E-49B8-4D4D-900C-2AEDBDF14117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0"/>
            <a:gd name="adj2" fmla="val 27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4F92-631E-42DD-84B6-D37491EFEAA1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18900000"/>
            <a:gd name="adj2" fmla="val 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BFB7-AAE8-476E-ADAE-CD9C637B6981}">
      <dsp:nvSpPr>
        <dsp:cNvPr id="0" name=""/>
        <dsp:cNvSpPr/>
      </dsp:nvSpPr>
      <dsp:spPr>
        <a:xfrm>
          <a:off x="2042419" y="529540"/>
          <a:ext cx="4851168" cy="4851168"/>
        </a:xfrm>
        <a:prstGeom prst="blockArc">
          <a:avLst>
            <a:gd name="adj1" fmla="val 16200000"/>
            <a:gd name="adj2" fmla="val 18900000"/>
            <a:gd name="adj3" fmla="val 34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33753-F34A-42A7-B450-1F00CDF98578}">
      <dsp:nvSpPr>
        <dsp:cNvPr id="0" name=""/>
        <dsp:cNvSpPr/>
      </dsp:nvSpPr>
      <dsp:spPr>
        <a:xfrm>
          <a:off x="3641235" y="2128357"/>
          <a:ext cx="1653536" cy="1653536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700" kern="1200" dirty="0"/>
            <a:t>ITIL</a:t>
          </a:r>
        </a:p>
      </dsp:txBody>
      <dsp:txXfrm>
        <a:off x="3883390" y="2370512"/>
        <a:ext cx="1169226" cy="1169226"/>
      </dsp:txXfrm>
    </dsp:sp>
    <dsp:sp modelId="{6C0731D9-6516-47E2-B731-8B8F23447169}">
      <dsp:nvSpPr>
        <dsp:cNvPr id="0" name=""/>
        <dsp:cNvSpPr/>
      </dsp:nvSpPr>
      <dsp:spPr>
        <a:xfrm>
          <a:off x="3739581" y="-172398"/>
          <a:ext cx="1456844" cy="1487216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1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952931" y="45400"/>
        <a:ext cx="1030144" cy="1051620"/>
      </dsp:txXfrm>
    </dsp:sp>
    <dsp:sp modelId="{44BAE9A5-C147-4924-ACBF-57D9FC9972FA}">
      <dsp:nvSpPr>
        <dsp:cNvPr id="0" name=""/>
        <dsp:cNvSpPr/>
      </dsp:nvSpPr>
      <dsp:spPr>
        <a:xfrm>
          <a:off x="5390637" y="547085"/>
          <a:ext cx="1526096" cy="1444714"/>
        </a:xfrm>
        <a:prstGeom prst="ellipse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1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5614129" y="758658"/>
        <a:ext cx="1079112" cy="1021568"/>
      </dsp:txXfrm>
    </dsp:sp>
    <dsp:sp modelId="{A9CFBAC3-E4C5-45E4-93C6-CEB9D360B6B2}">
      <dsp:nvSpPr>
        <dsp:cNvPr id="0" name=""/>
        <dsp:cNvSpPr/>
      </dsp:nvSpPr>
      <dsp:spPr>
        <a:xfrm>
          <a:off x="6136170" y="2229139"/>
          <a:ext cx="1431495" cy="1451971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6345808" y="2441775"/>
        <a:ext cx="1012219" cy="1026699"/>
      </dsp:txXfrm>
    </dsp:sp>
    <dsp:sp modelId="{B61EE8FB-5848-4DDB-887A-BD7DEA3C4E11}">
      <dsp:nvSpPr>
        <dsp:cNvPr id="0" name=""/>
        <dsp:cNvSpPr/>
      </dsp:nvSpPr>
      <dsp:spPr>
        <a:xfrm>
          <a:off x="5415118" y="3895688"/>
          <a:ext cx="1477135" cy="14902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sp:txBody>
      <dsp:txXfrm>
        <a:off x="5631439" y="4113928"/>
        <a:ext cx="1044493" cy="1053757"/>
      </dsp:txXfrm>
    </dsp:sp>
    <dsp:sp modelId="{D2AAD0BD-7312-401C-A53B-5AC14B189033}">
      <dsp:nvSpPr>
        <dsp:cNvPr id="0" name=""/>
        <dsp:cNvSpPr/>
      </dsp:nvSpPr>
      <dsp:spPr>
        <a:xfrm>
          <a:off x="3733070" y="4579232"/>
          <a:ext cx="1469866" cy="1519614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948327" y="4801774"/>
        <a:ext cx="1039352" cy="1074530"/>
      </dsp:txXfrm>
    </dsp:sp>
    <dsp:sp modelId="{7B08933C-4E17-4F06-A6BF-79976A0F7638}">
      <dsp:nvSpPr>
        <dsp:cNvPr id="0" name=""/>
        <dsp:cNvSpPr/>
      </dsp:nvSpPr>
      <dsp:spPr>
        <a:xfrm>
          <a:off x="2010285" y="3882643"/>
          <a:ext cx="1544071" cy="1516327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21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sp:txBody>
      <dsp:txXfrm>
        <a:off x="2236409" y="4104704"/>
        <a:ext cx="1091823" cy="1072205"/>
      </dsp:txXfrm>
    </dsp:sp>
    <dsp:sp modelId="{A97F8B39-E175-4E5E-9E37-B801B6D09DA5}">
      <dsp:nvSpPr>
        <dsp:cNvPr id="0" name=""/>
        <dsp:cNvSpPr/>
      </dsp:nvSpPr>
      <dsp:spPr>
        <a:xfrm>
          <a:off x="1297364" y="2154100"/>
          <a:ext cx="1573448" cy="1602049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8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8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27790" y="2388715"/>
        <a:ext cx="1112596" cy="1132819"/>
      </dsp:txXfrm>
    </dsp:sp>
    <dsp:sp modelId="{268EDC2A-70D2-4EAD-8E27-66630B8A53A8}">
      <dsp:nvSpPr>
        <dsp:cNvPr id="0" name=""/>
        <dsp:cNvSpPr/>
      </dsp:nvSpPr>
      <dsp:spPr>
        <a:xfrm>
          <a:off x="1999283" y="532501"/>
          <a:ext cx="1566075" cy="1473882"/>
        </a:xfrm>
        <a:prstGeom prst="ellips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228629" y="748346"/>
        <a:ext cx="1107383" cy="1042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E152-7FC8-44BB-9FCD-B756C2B1F3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3500000"/>
            <a:gd name="adj2" fmla="val 162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E7D2-8BBC-44D2-99C0-75E18C190FD6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0800000"/>
            <a:gd name="adj2" fmla="val 135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BF0EB-72D5-4A5F-A634-5248A34D8A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8100000"/>
            <a:gd name="adj2" fmla="val 108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357FB-5068-42AE-B829-51F35DBD1AF4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5400000"/>
            <a:gd name="adj2" fmla="val 81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56D1-520F-4A83-8E26-7699CCEFB3A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2700000"/>
            <a:gd name="adj2" fmla="val 54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789E-49B8-4D4D-900C-2AEDBDF1411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0"/>
            <a:gd name="adj2" fmla="val 27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4F92-631E-42DD-84B6-D37491EFEAA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8900000"/>
            <a:gd name="adj2" fmla="val 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BFB7-AAE8-476E-ADAE-CD9C637B698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6200000"/>
            <a:gd name="adj2" fmla="val 189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33753-F34A-42A7-B450-1F00CDF98578}">
      <dsp:nvSpPr>
        <dsp:cNvPr id="0" name=""/>
        <dsp:cNvSpPr/>
      </dsp:nvSpPr>
      <dsp:spPr>
        <a:xfrm>
          <a:off x="2453298" y="1419332"/>
          <a:ext cx="1098142" cy="1098142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ITIL</a:t>
          </a:r>
        </a:p>
      </dsp:txBody>
      <dsp:txXfrm>
        <a:off x="2614117" y="1580151"/>
        <a:ext cx="776504" cy="776504"/>
      </dsp:txXfrm>
    </dsp:sp>
    <dsp:sp modelId="{6C0731D9-6516-47E2-B731-8B8F23447169}">
      <dsp:nvSpPr>
        <dsp:cNvPr id="0" name=""/>
        <dsp:cNvSpPr/>
      </dsp:nvSpPr>
      <dsp:spPr>
        <a:xfrm>
          <a:off x="2518611" y="-113057"/>
          <a:ext cx="967515" cy="987686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60300" y="31586"/>
        <a:ext cx="684137" cy="698400"/>
      </dsp:txXfrm>
    </dsp:sp>
    <dsp:sp modelId="{44BAE9A5-C147-4924-ACBF-57D9FC9972FA}">
      <dsp:nvSpPr>
        <dsp:cNvPr id="0" name=""/>
        <dsp:cNvSpPr/>
      </dsp:nvSpPr>
      <dsp:spPr>
        <a:xfrm>
          <a:off x="3618231" y="366058"/>
          <a:ext cx="1013507" cy="959459"/>
        </a:xfrm>
        <a:prstGeom prst="ellipse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766656" y="506568"/>
        <a:ext cx="716657" cy="678439"/>
      </dsp:txXfrm>
    </dsp:sp>
    <dsp:sp modelId="{A9CFBAC3-E4C5-45E4-93C6-CEB9D360B6B2}">
      <dsp:nvSpPr>
        <dsp:cNvPr id="0" name=""/>
        <dsp:cNvSpPr/>
      </dsp:nvSpPr>
      <dsp:spPr>
        <a:xfrm>
          <a:off x="4114647" y="1486264"/>
          <a:ext cx="950681" cy="964279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4253871" y="1627479"/>
        <a:ext cx="672233" cy="681849"/>
      </dsp:txXfrm>
    </dsp:sp>
    <dsp:sp modelId="{B61EE8FB-5848-4DDB-887A-BD7DEA3C4E11}">
      <dsp:nvSpPr>
        <dsp:cNvPr id="0" name=""/>
        <dsp:cNvSpPr/>
      </dsp:nvSpPr>
      <dsp:spPr>
        <a:xfrm>
          <a:off x="3634489" y="2596173"/>
          <a:ext cx="980991" cy="9896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sp:txBody>
      <dsp:txXfrm>
        <a:off x="3778152" y="2741110"/>
        <a:ext cx="693665" cy="699818"/>
      </dsp:txXfrm>
    </dsp:sp>
    <dsp:sp modelId="{D2AAD0BD-7312-401C-A53B-5AC14B189033}">
      <dsp:nvSpPr>
        <dsp:cNvPr id="0" name=""/>
        <dsp:cNvSpPr/>
      </dsp:nvSpPr>
      <dsp:spPr>
        <a:xfrm>
          <a:off x="2514287" y="3051420"/>
          <a:ext cx="976163" cy="1009202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57243" y="3199214"/>
        <a:ext cx="690251" cy="713614"/>
      </dsp:txXfrm>
    </dsp:sp>
    <dsp:sp modelId="{7B08933C-4E17-4F06-A6BF-79976A0F7638}">
      <dsp:nvSpPr>
        <dsp:cNvPr id="0" name=""/>
        <dsp:cNvSpPr/>
      </dsp:nvSpPr>
      <dsp:spPr>
        <a:xfrm>
          <a:off x="1367031" y="2587509"/>
          <a:ext cx="1025445" cy="1007019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sp:txBody>
      <dsp:txXfrm>
        <a:off x="1517204" y="2734984"/>
        <a:ext cx="725099" cy="712069"/>
      </dsp:txXfrm>
    </dsp:sp>
    <dsp:sp modelId="{A97F8B39-E175-4E5E-9E37-B801B6D09DA5}">
      <dsp:nvSpPr>
        <dsp:cNvPr id="0" name=""/>
        <dsp:cNvSpPr/>
      </dsp:nvSpPr>
      <dsp:spPr>
        <a:xfrm>
          <a:off x="892274" y="1436429"/>
          <a:ext cx="1044954" cy="1063949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5304" y="1592241"/>
        <a:ext cx="738894" cy="752325"/>
      </dsp:txXfrm>
    </dsp:sp>
    <dsp:sp modelId="{268EDC2A-70D2-4EAD-8E27-66630B8A53A8}">
      <dsp:nvSpPr>
        <dsp:cNvPr id="0" name=""/>
        <dsp:cNvSpPr/>
      </dsp:nvSpPr>
      <dsp:spPr>
        <a:xfrm>
          <a:off x="1359725" y="356372"/>
          <a:ext cx="1040058" cy="978831"/>
        </a:xfrm>
        <a:prstGeom prst="ellips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1512038" y="499718"/>
        <a:ext cx="735432" cy="6921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E152-7FC8-44BB-9FCD-B756C2B1F3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3500000"/>
            <a:gd name="adj2" fmla="val 162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E7D2-8BBC-44D2-99C0-75E18C190FD6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0800000"/>
            <a:gd name="adj2" fmla="val 135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BF0EB-72D5-4A5F-A634-5248A34D8A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8100000"/>
            <a:gd name="adj2" fmla="val 108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357FB-5068-42AE-B829-51F35DBD1AF4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5400000"/>
            <a:gd name="adj2" fmla="val 81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56D1-520F-4A83-8E26-7699CCEFB3A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2700000"/>
            <a:gd name="adj2" fmla="val 54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789E-49B8-4D4D-900C-2AEDBDF1411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0"/>
            <a:gd name="adj2" fmla="val 27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4F92-631E-42DD-84B6-D37491EFEAA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8900000"/>
            <a:gd name="adj2" fmla="val 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BFB7-AAE8-476E-ADAE-CD9C637B698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6200000"/>
            <a:gd name="adj2" fmla="val 189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33753-F34A-42A7-B450-1F00CDF98578}">
      <dsp:nvSpPr>
        <dsp:cNvPr id="0" name=""/>
        <dsp:cNvSpPr/>
      </dsp:nvSpPr>
      <dsp:spPr>
        <a:xfrm>
          <a:off x="2453298" y="1419332"/>
          <a:ext cx="1098142" cy="1098142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ITIL</a:t>
          </a:r>
        </a:p>
      </dsp:txBody>
      <dsp:txXfrm>
        <a:off x="2614117" y="1580151"/>
        <a:ext cx="776504" cy="776504"/>
      </dsp:txXfrm>
    </dsp:sp>
    <dsp:sp modelId="{6C0731D9-6516-47E2-B731-8B8F23447169}">
      <dsp:nvSpPr>
        <dsp:cNvPr id="0" name=""/>
        <dsp:cNvSpPr/>
      </dsp:nvSpPr>
      <dsp:spPr>
        <a:xfrm>
          <a:off x="2518611" y="-113057"/>
          <a:ext cx="967515" cy="987686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60300" y="31586"/>
        <a:ext cx="684137" cy="698400"/>
      </dsp:txXfrm>
    </dsp:sp>
    <dsp:sp modelId="{44BAE9A5-C147-4924-ACBF-57D9FC9972FA}">
      <dsp:nvSpPr>
        <dsp:cNvPr id="0" name=""/>
        <dsp:cNvSpPr/>
      </dsp:nvSpPr>
      <dsp:spPr>
        <a:xfrm>
          <a:off x="3618231" y="366058"/>
          <a:ext cx="1013507" cy="959459"/>
        </a:xfrm>
        <a:prstGeom prst="ellipse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766656" y="506568"/>
        <a:ext cx="716657" cy="678439"/>
      </dsp:txXfrm>
    </dsp:sp>
    <dsp:sp modelId="{A9CFBAC3-E4C5-45E4-93C6-CEB9D360B6B2}">
      <dsp:nvSpPr>
        <dsp:cNvPr id="0" name=""/>
        <dsp:cNvSpPr/>
      </dsp:nvSpPr>
      <dsp:spPr>
        <a:xfrm>
          <a:off x="4114647" y="1486264"/>
          <a:ext cx="950681" cy="964279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4253871" y="1627479"/>
        <a:ext cx="672233" cy="681849"/>
      </dsp:txXfrm>
    </dsp:sp>
    <dsp:sp modelId="{B61EE8FB-5848-4DDB-887A-BD7DEA3C4E11}">
      <dsp:nvSpPr>
        <dsp:cNvPr id="0" name=""/>
        <dsp:cNvSpPr/>
      </dsp:nvSpPr>
      <dsp:spPr>
        <a:xfrm>
          <a:off x="3634489" y="2596173"/>
          <a:ext cx="980991" cy="9896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sp:txBody>
      <dsp:txXfrm>
        <a:off x="3778152" y="2741110"/>
        <a:ext cx="693665" cy="699818"/>
      </dsp:txXfrm>
    </dsp:sp>
    <dsp:sp modelId="{D2AAD0BD-7312-401C-A53B-5AC14B189033}">
      <dsp:nvSpPr>
        <dsp:cNvPr id="0" name=""/>
        <dsp:cNvSpPr/>
      </dsp:nvSpPr>
      <dsp:spPr>
        <a:xfrm>
          <a:off x="2514287" y="3051420"/>
          <a:ext cx="976163" cy="1009202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57243" y="3199214"/>
        <a:ext cx="690251" cy="713614"/>
      </dsp:txXfrm>
    </dsp:sp>
    <dsp:sp modelId="{7B08933C-4E17-4F06-A6BF-79976A0F7638}">
      <dsp:nvSpPr>
        <dsp:cNvPr id="0" name=""/>
        <dsp:cNvSpPr/>
      </dsp:nvSpPr>
      <dsp:spPr>
        <a:xfrm>
          <a:off x="1367031" y="2587509"/>
          <a:ext cx="1025445" cy="1007019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sp:txBody>
      <dsp:txXfrm>
        <a:off x="1517204" y="2734984"/>
        <a:ext cx="725099" cy="712069"/>
      </dsp:txXfrm>
    </dsp:sp>
    <dsp:sp modelId="{A97F8B39-E175-4E5E-9E37-B801B6D09DA5}">
      <dsp:nvSpPr>
        <dsp:cNvPr id="0" name=""/>
        <dsp:cNvSpPr/>
      </dsp:nvSpPr>
      <dsp:spPr>
        <a:xfrm>
          <a:off x="892274" y="1436429"/>
          <a:ext cx="1044954" cy="1063949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5304" y="1592241"/>
        <a:ext cx="738894" cy="752325"/>
      </dsp:txXfrm>
    </dsp:sp>
    <dsp:sp modelId="{268EDC2A-70D2-4EAD-8E27-66630B8A53A8}">
      <dsp:nvSpPr>
        <dsp:cNvPr id="0" name=""/>
        <dsp:cNvSpPr/>
      </dsp:nvSpPr>
      <dsp:spPr>
        <a:xfrm>
          <a:off x="1359725" y="356372"/>
          <a:ext cx="1040058" cy="978831"/>
        </a:xfrm>
        <a:prstGeom prst="ellips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1512038" y="499718"/>
        <a:ext cx="735432" cy="6921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E152-7FC8-44BB-9FCD-B756C2B1F3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3500000"/>
            <a:gd name="adj2" fmla="val 162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E7D2-8BBC-44D2-99C0-75E18C190FD6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0800000"/>
            <a:gd name="adj2" fmla="val 135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BF0EB-72D5-4A5F-A634-5248A34D8A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8100000"/>
            <a:gd name="adj2" fmla="val 108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357FB-5068-42AE-B829-51F35DBD1AF4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5400000"/>
            <a:gd name="adj2" fmla="val 81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56D1-520F-4A83-8E26-7699CCEFB3A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2700000"/>
            <a:gd name="adj2" fmla="val 54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789E-49B8-4D4D-900C-2AEDBDF1411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0"/>
            <a:gd name="adj2" fmla="val 27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4F92-631E-42DD-84B6-D37491EFEAA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8900000"/>
            <a:gd name="adj2" fmla="val 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BFB7-AAE8-476E-ADAE-CD9C637B698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6200000"/>
            <a:gd name="adj2" fmla="val 189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33753-F34A-42A7-B450-1F00CDF98578}">
      <dsp:nvSpPr>
        <dsp:cNvPr id="0" name=""/>
        <dsp:cNvSpPr/>
      </dsp:nvSpPr>
      <dsp:spPr>
        <a:xfrm>
          <a:off x="2453298" y="1419332"/>
          <a:ext cx="1098142" cy="1098142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ITIL</a:t>
          </a:r>
        </a:p>
      </dsp:txBody>
      <dsp:txXfrm>
        <a:off x="2614117" y="1580151"/>
        <a:ext cx="776504" cy="776504"/>
      </dsp:txXfrm>
    </dsp:sp>
    <dsp:sp modelId="{6C0731D9-6516-47E2-B731-8B8F23447169}">
      <dsp:nvSpPr>
        <dsp:cNvPr id="0" name=""/>
        <dsp:cNvSpPr/>
      </dsp:nvSpPr>
      <dsp:spPr>
        <a:xfrm>
          <a:off x="2518611" y="-113057"/>
          <a:ext cx="967515" cy="987686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60300" y="31586"/>
        <a:ext cx="684137" cy="698400"/>
      </dsp:txXfrm>
    </dsp:sp>
    <dsp:sp modelId="{44BAE9A5-C147-4924-ACBF-57D9FC9972FA}">
      <dsp:nvSpPr>
        <dsp:cNvPr id="0" name=""/>
        <dsp:cNvSpPr/>
      </dsp:nvSpPr>
      <dsp:spPr>
        <a:xfrm>
          <a:off x="3618231" y="366058"/>
          <a:ext cx="1013507" cy="959459"/>
        </a:xfrm>
        <a:prstGeom prst="ellipse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766656" y="506568"/>
        <a:ext cx="716657" cy="678439"/>
      </dsp:txXfrm>
    </dsp:sp>
    <dsp:sp modelId="{A9CFBAC3-E4C5-45E4-93C6-CEB9D360B6B2}">
      <dsp:nvSpPr>
        <dsp:cNvPr id="0" name=""/>
        <dsp:cNvSpPr/>
      </dsp:nvSpPr>
      <dsp:spPr>
        <a:xfrm>
          <a:off x="4114647" y="1486264"/>
          <a:ext cx="950681" cy="964279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4253871" y="1627479"/>
        <a:ext cx="672233" cy="681849"/>
      </dsp:txXfrm>
    </dsp:sp>
    <dsp:sp modelId="{B61EE8FB-5848-4DDB-887A-BD7DEA3C4E11}">
      <dsp:nvSpPr>
        <dsp:cNvPr id="0" name=""/>
        <dsp:cNvSpPr/>
      </dsp:nvSpPr>
      <dsp:spPr>
        <a:xfrm>
          <a:off x="3634489" y="2596173"/>
          <a:ext cx="980991" cy="9896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sp:txBody>
      <dsp:txXfrm>
        <a:off x="3778152" y="2741110"/>
        <a:ext cx="693665" cy="699818"/>
      </dsp:txXfrm>
    </dsp:sp>
    <dsp:sp modelId="{D2AAD0BD-7312-401C-A53B-5AC14B189033}">
      <dsp:nvSpPr>
        <dsp:cNvPr id="0" name=""/>
        <dsp:cNvSpPr/>
      </dsp:nvSpPr>
      <dsp:spPr>
        <a:xfrm>
          <a:off x="2514287" y="3051420"/>
          <a:ext cx="976163" cy="1009202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57243" y="3199214"/>
        <a:ext cx="690251" cy="713614"/>
      </dsp:txXfrm>
    </dsp:sp>
    <dsp:sp modelId="{7B08933C-4E17-4F06-A6BF-79976A0F7638}">
      <dsp:nvSpPr>
        <dsp:cNvPr id="0" name=""/>
        <dsp:cNvSpPr/>
      </dsp:nvSpPr>
      <dsp:spPr>
        <a:xfrm>
          <a:off x="1367031" y="2587509"/>
          <a:ext cx="1025445" cy="1007019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sp:txBody>
      <dsp:txXfrm>
        <a:off x="1517204" y="2734984"/>
        <a:ext cx="725099" cy="712069"/>
      </dsp:txXfrm>
    </dsp:sp>
    <dsp:sp modelId="{A97F8B39-E175-4E5E-9E37-B801B6D09DA5}">
      <dsp:nvSpPr>
        <dsp:cNvPr id="0" name=""/>
        <dsp:cNvSpPr/>
      </dsp:nvSpPr>
      <dsp:spPr>
        <a:xfrm>
          <a:off x="892274" y="1436429"/>
          <a:ext cx="1044954" cy="1063949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5304" y="1592241"/>
        <a:ext cx="738894" cy="752325"/>
      </dsp:txXfrm>
    </dsp:sp>
    <dsp:sp modelId="{268EDC2A-70D2-4EAD-8E27-66630B8A53A8}">
      <dsp:nvSpPr>
        <dsp:cNvPr id="0" name=""/>
        <dsp:cNvSpPr/>
      </dsp:nvSpPr>
      <dsp:spPr>
        <a:xfrm>
          <a:off x="1359725" y="356372"/>
          <a:ext cx="1040058" cy="978831"/>
        </a:xfrm>
        <a:prstGeom prst="ellips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1512038" y="499718"/>
        <a:ext cx="735432" cy="6921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9E152-7FC8-44BB-9FCD-B756C2B1F3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3500000"/>
            <a:gd name="adj2" fmla="val 162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E7D2-8BBC-44D2-99C0-75E18C190FD6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0800000"/>
            <a:gd name="adj2" fmla="val 135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BF0EB-72D5-4A5F-A634-5248A34D8A3B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8100000"/>
            <a:gd name="adj2" fmla="val 108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357FB-5068-42AE-B829-51F35DBD1AF4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5400000"/>
            <a:gd name="adj2" fmla="val 81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456D1-520F-4A83-8E26-7699CCEFB3A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2700000"/>
            <a:gd name="adj2" fmla="val 54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789E-49B8-4D4D-900C-2AEDBDF14117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0"/>
            <a:gd name="adj2" fmla="val 27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4F92-631E-42DD-84B6-D37491EFEAA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8900000"/>
            <a:gd name="adj2" fmla="val 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BFB7-AAE8-476E-ADAE-CD9C637B6981}">
      <dsp:nvSpPr>
        <dsp:cNvPr id="0" name=""/>
        <dsp:cNvSpPr/>
      </dsp:nvSpPr>
      <dsp:spPr>
        <a:xfrm>
          <a:off x="1387078" y="353112"/>
          <a:ext cx="3230582" cy="3230582"/>
        </a:xfrm>
        <a:prstGeom prst="blockArc">
          <a:avLst>
            <a:gd name="adj1" fmla="val 16200000"/>
            <a:gd name="adj2" fmla="val 18900000"/>
            <a:gd name="adj3" fmla="val 342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33753-F34A-42A7-B450-1F00CDF98578}">
      <dsp:nvSpPr>
        <dsp:cNvPr id="0" name=""/>
        <dsp:cNvSpPr/>
      </dsp:nvSpPr>
      <dsp:spPr>
        <a:xfrm>
          <a:off x="2453298" y="1419332"/>
          <a:ext cx="1098142" cy="1098142"/>
        </a:xfrm>
        <a:prstGeom prst="ellipse">
          <a:avLst/>
        </a:prstGeom>
        <a:solidFill>
          <a:srgbClr val="CC006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ITIL</a:t>
          </a:r>
        </a:p>
      </dsp:txBody>
      <dsp:txXfrm>
        <a:off x="2614117" y="1580151"/>
        <a:ext cx="776504" cy="776504"/>
      </dsp:txXfrm>
    </dsp:sp>
    <dsp:sp modelId="{6C0731D9-6516-47E2-B731-8B8F23447169}">
      <dsp:nvSpPr>
        <dsp:cNvPr id="0" name=""/>
        <dsp:cNvSpPr/>
      </dsp:nvSpPr>
      <dsp:spPr>
        <a:xfrm>
          <a:off x="2518611" y="-113057"/>
          <a:ext cx="967515" cy="987686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Incident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60300" y="31586"/>
        <a:ext cx="684137" cy="698400"/>
      </dsp:txXfrm>
    </dsp:sp>
    <dsp:sp modelId="{44BAE9A5-C147-4924-ACBF-57D9FC9972FA}">
      <dsp:nvSpPr>
        <dsp:cNvPr id="0" name=""/>
        <dsp:cNvSpPr/>
      </dsp:nvSpPr>
      <dsp:spPr>
        <a:xfrm>
          <a:off x="3618231" y="366058"/>
          <a:ext cx="1013507" cy="959459"/>
        </a:xfrm>
        <a:prstGeom prst="ellipse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Change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3766656" y="506568"/>
        <a:ext cx="716657" cy="678439"/>
      </dsp:txXfrm>
    </dsp:sp>
    <dsp:sp modelId="{A9CFBAC3-E4C5-45E4-93C6-CEB9D360B6B2}">
      <dsp:nvSpPr>
        <dsp:cNvPr id="0" name=""/>
        <dsp:cNvSpPr/>
      </dsp:nvSpPr>
      <dsp:spPr>
        <a:xfrm>
          <a:off x="4114647" y="1486264"/>
          <a:ext cx="950681" cy="964279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 – Service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Request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4253871" y="1627479"/>
        <a:ext cx="672233" cy="681849"/>
      </dsp:txXfrm>
    </dsp:sp>
    <dsp:sp modelId="{B61EE8FB-5848-4DDB-887A-BD7DEA3C4E11}">
      <dsp:nvSpPr>
        <dsp:cNvPr id="0" name=""/>
        <dsp:cNvSpPr/>
      </dsp:nvSpPr>
      <dsp:spPr>
        <a:xfrm>
          <a:off x="3634489" y="2596173"/>
          <a:ext cx="980991" cy="9896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 – Release Management</a:t>
          </a:r>
        </a:p>
      </dsp:txBody>
      <dsp:txXfrm>
        <a:off x="3778152" y="2741110"/>
        <a:ext cx="693665" cy="699818"/>
      </dsp:txXfrm>
    </dsp:sp>
    <dsp:sp modelId="{D2AAD0BD-7312-401C-A53B-5AC14B189033}">
      <dsp:nvSpPr>
        <dsp:cNvPr id="0" name=""/>
        <dsp:cNvSpPr/>
      </dsp:nvSpPr>
      <dsp:spPr>
        <a:xfrm>
          <a:off x="2514287" y="3051420"/>
          <a:ext cx="976163" cy="1009202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 – </a:t>
          </a:r>
          <a:r>
            <a:rPr lang="pt-BR" sz="9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Configuration</a:t>
          </a:r>
          <a:r>
            <a:rPr lang="pt-BR" sz="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2657243" y="3199214"/>
        <a:ext cx="690251" cy="713614"/>
      </dsp:txXfrm>
    </dsp:sp>
    <dsp:sp modelId="{7B08933C-4E17-4F06-A6BF-79976A0F7638}">
      <dsp:nvSpPr>
        <dsp:cNvPr id="0" name=""/>
        <dsp:cNvSpPr/>
      </dsp:nvSpPr>
      <dsp:spPr>
        <a:xfrm>
          <a:off x="1367031" y="2587509"/>
          <a:ext cx="1025445" cy="1007019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 –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Disaster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Recovery</a:t>
          </a:r>
        </a:p>
      </dsp:txBody>
      <dsp:txXfrm>
        <a:off x="1517204" y="2734984"/>
        <a:ext cx="725099" cy="712069"/>
      </dsp:txXfrm>
    </dsp:sp>
    <dsp:sp modelId="{A97F8B39-E175-4E5E-9E37-B801B6D09DA5}">
      <dsp:nvSpPr>
        <dsp:cNvPr id="0" name=""/>
        <dsp:cNvSpPr/>
      </dsp:nvSpPr>
      <dsp:spPr>
        <a:xfrm>
          <a:off x="892274" y="1436429"/>
          <a:ext cx="1044954" cy="1063949"/>
        </a:xfrm>
        <a:prstGeom prst="ellipse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7 – Business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Continuity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pt-BR" sz="1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</a:t>
          </a:r>
          <a:endParaRPr lang="pt-BR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5304" y="1592241"/>
        <a:ext cx="738894" cy="752325"/>
      </dsp:txXfrm>
    </dsp:sp>
    <dsp:sp modelId="{268EDC2A-70D2-4EAD-8E27-66630B8A53A8}">
      <dsp:nvSpPr>
        <dsp:cNvPr id="0" name=""/>
        <dsp:cNvSpPr/>
      </dsp:nvSpPr>
      <dsp:spPr>
        <a:xfrm>
          <a:off x="1359725" y="356372"/>
          <a:ext cx="1040058" cy="978831"/>
        </a:xfrm>
        <a:prstGeom prst="ellipse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 – </a:t>
          </a:r>
          <a:r>
            <a:rPr lang="pt-BR" sz="10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Capacity</a:t>
          </a:r>
          <a:r>
            <a:rPr lang="pt-BR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Management</a:t>
          </a:r>
        </a:p>
      </dsp:txBody>
      <dsp:txXfrm>
        <a:off x="1512038" y="499718"/>
        <a:ext cx="735432" cy="692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04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064296" y="2751063"/>
            <a:ext cx="4532040" cy="13260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Nome do curso</a:t>
            </a: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3275856" y="5487367"/>
            <a:ext cx="5832648" cy="1326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Nome do Professor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39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2651-F9F0-4019-B100-93C85F8E2C26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19/08/2025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em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em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em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://www.youtube.com/watch?v=M7w3bjSbMrg&amp;feature=relate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://books.google.com.br/books?hl=pt-BR&amp;lr=&amp;id=MkAchF17jmkC&amp;oi=fnd&amp;pg=PA1&amp;dq=governan%C3%A7a+de+ti&amp;ots=FbooibEF4u&amp;sig=LdSsm2D5ph6nrxjzDQtu9fN_CFI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s://www.youtube.com/watch?v=agGXZ0YV7Og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6" Type="http://schemas.openxmlformats.org/officeDocument/2006/relationships/hyperlink" Target="http://www.youtube.com/watch?v=M7w3bjSbMrg&amp;feature=related" TargetMode="External"/><Relationship Id="rId11" Type="http://schemas.openxmlformats.org/officeDocument/2006/relationships/hyperlink" Target="https://www.sprintzeal.com/blog/introduction-to-itil-framework" TargetMode="External"/><Relationship Id="rId5" Type="http://schemas.openxmlformats.org/officeDocument/2006/relationships/image" Target="../media/image6.emf"/><Relationship Id="rId10" Type="http://schemas.openxmlformats.org/officeDocument/2006/relationships/hyperlink" Target="http://www.isaca.org/Knowledge-Center/COBIT/Pages/Overview.aspx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www.axelos.com/best-practice-solutions/iti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profpaulo.sampaio@fiap.com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emf"/><Relationship Id="rId4" Type="http://schemas.openxmlformats.org/officeDocument/2006/relationships/hyperlink" Target="http://www.linkedin.com/in/profpaulosampa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3033"/>
            <a:ext cx="9155651" cy="2789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919" y="6295596"/>
            <a:ext cx="3617077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AGOSTO/2025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2" y="3293781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Gotham-Bold"/>
                <a:cs typeface="Gotham-Bold"/>
              </a:rPr>
              <a:t>ENGENHARIA DE 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984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TESTING, COMPLIANCE &amp; QUALITY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Me. PAULO SAMPAIO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1382-BF79-FD62-43DD-70081F7A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2C955BF5-74CF-FE35-F6DF-DCE9D967A6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7492F090-94B0-93AC-777F-CBFDE5F73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473324"/>
            <a:ext cx="4307109" cy="954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ITIL E GOVERNANÇA DE TI (COBIT)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80339431-CD14-44FA-16CF-B15906A64E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  <p:pic>
        <p:nvPicPr>
          <p:cNvPr id="1026" name="Picture 2" descr="ITIL? Entenda esse framework para sua gestão de TI - Claudemir Garcia">
            <a:extLst>
              <a:ext uri="{FF2B5EF4-FFF2-40B4-BE49-F238E27FC236}">
                <a16:creationId xmlns:a16="http://schemas.microsoft.com/office/drawing/2014/main" id="{310214F9-C734-2C43-D2F9-1FFC476B6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770" y="2801843"/>
            <a:ext cx="2582833" cy="25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 que é COBIT: benefícios e como implantar">
            <a:extLst>
              <a:ext uri="{FF2B5EF4-FFF2-40B4-BE49-F238E27FC236}">
                <a16:creationId xmlns:a16="http://schemas.microsoft.com/office/drawing/2014/main" id="{40368E9F-A2A0-1A0D-853E-A8F20798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672" y="2801842"/>
            <a:ext cx="2582833" cy="25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42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br>
              <a:rPr lang="pt-BR" sz="2800" b="1" dirty="0"/>
            </a:br>
            <a:r>
              <a:rPr lang="pt-BR" sz="2800" b="1" dirty="0">
                <a:solidFill>
                  <a:srgbClr val="0033CC"/>
                </a:solidFill>
              </a:rPr>
              <a:t>Conteúdo</a:t>
            </a:r>
            <a:br>
              <a:rPr lang="pt-BR" sz="2800" b="1" dirty="0"/>
            </a:br>
            <a:endParaRPr lang="en-US" sz="2800" b="1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m 6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91128D5F-7A7D-FD90-E25E-D79CF89806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6" y="2430454"/>
            <a:ext cx="3583036" cy="182734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t-BR" sz="2800" b="1" dirty="0"/>
              <a:t>Conceito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Governança TI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ITIL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COBIT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sz="2800" dirty="0">
                <a:solidFill>
                  <a:schemeClr val="bg1">
                    <a:lumMod val="65000"/>
                  </a:schemeClr>
                </a:solidFill>
              </a:rPr>
              <a:t>ITIL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Histórico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Estrutura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Aplicação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Referências e Links</a:t>
            </a:r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024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br>
              <a:rPr lang="pt-BR" b="1" dirty="0">
                <a:solidFill>
                  <a:srgbClr val="0033CC"/>
                </a:solidFill>
              </a:rPr>
            </a:br>
            <a:r>
              <a:rPr lang="pt-BR" b="1" dirty="0">
                <a:solidFill>
                  <a:srgbClr val="0033CC"/>
                </a:solidFill>
              </a:rPr>
              <a:t>Governança Corporativa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27048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219200" y="1447800"/>
            <a:ext cx="6553200" cy="13716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“O que não se pode medir, não se pode controlar.” (Peter Drucker)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06905" y="3429000"/>
            <a:ext cx="6801853" cy="1901952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“As boas práticas de governança corporativa têm a finalidade de aumentar o valor da sociedade, facilitar seu acesso ao capital e contribuir quanto à sua estabilidade financeira.” (fonte: IBGE)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6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07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Controle</a:t>
            </a:r>
            <a:br>
              <a:rPr lang="pt-BR" dirty="0"/>
            </a:b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30876" y="5975572"/>
            <a:ext cx="8229600" cy="596700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marL="265176" marR="0" lvl="0" indent="-265176" algn="ctr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mudei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rota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pergunta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?”</a:t>
            </a:r>
          </a:p>
        </p:txBody>
      </p:sp>
      <p:pic>
        <p:nvPicPr>
          <p:cNvPr id="4" name="Picture 4" descr="train wre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1071546"/>
            <a:ext cx="5857916" cy="4786346"/>
          </a:xfrm>
          <a:prstGeom prst="rect">
            <a:avLst/>
          </a:prstGeom>
          <a:noFill/>
        </p:spPr>
      </p:pic>
      <p:pic>
        <p:nvPicPr>
          <p:cNvPr id="5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2112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br>
              <a:rPr lang="pt-BR" b="1" dirty="0">
                <a:solidFill>
                  <a:srgbClr val="0033CC"/>
                </a:solidFill>
              </a:rPr>
            </a:br>
            <a:r>
              <a:rPr lang="pt-BR" b="1" dirty="0">
                <a:solidFill>
                  <a:srgbClr val="0033CC"/>
                </a:solidFill>
              </a:rPr>
              <a:t>Qualidade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0613" y="1283672"/>
            <a:ext cx="696277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183880" cy="10515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Governança de TI :</a:t>
            </a: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27048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1407696"/>
            <a:ext cx="9144000" cy="51816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182880" tIns="91440">
            <a:noAutofit/>
          </a:bodyPr>
          <a:lstStyle>
            <a:lvl1pPr marL="265176" indent="-265176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168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384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128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784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7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pt-BR" sz="2400" dirty="0"/>
              <a:t>Quantas </a:t>
            </a:r>
            <a:r>
              <a:rPr lang="pt-BR" sz="2400" dirty="0">
                <a:solidFill>
                  <a:srgbClr val="C00000"/>
                </a:solidFill>
              </a:rPr>
              <a:t>mudanças</a:t>
            </a:r>
            <a:r>
              <a:rPr lang="pt-BR" sz="2400" dirty="0"/>
              <a:t> de software/hardware existem por </a:t>
            </a:r>
            <a:r>
              <a:rPr lang="pt-BR" sz="2400" dirty="0">
                <a:solidFill>
                  <a:srgbClr val="C00000"/>
                </a:solidFill>
              </a:rPr>
              <a:t>semana</a:t>
            </a:r>
            <a:r>
              <a:rPr lang="pt-BR" sz="2400" dirty="0"/>
              <a:t> na sua empresa? Quais tipos?</a:t>
            </a:r>
          </a:p>
          <a:p>
            <a:r>
              <a:rPr lang="pt-BR" sz="2400" dirty="0"/>
              <a:t>Qual é o </a:t>
            </a:r>
            <a:r>
              <a:rPr lang="pt-BR" sz="2400" dirty="0">
                <a:solidFill>
                  <a:srgbClr val="0033CC"/>
                </a:solidFill>
              </a:rPr>
              <a:t>custo/benefício </a:t>
            </a:r>
            <a:r>
              <a:rPr lang="pt-BR" sz="2400" dirty="0"/>
              <a:t>de servidores espelho? Qual escopo para </a:t>
            </a:r>
            <a:r>
              <a:rPr lang="pt-BR" sz="2400" dirty="0">
                <a:solidFill>
                  <a:srgbClr val="0033CC"/>
                </a:solidFill>
              </a:rPr>
              <a:t>comprar</a:t>
            </a:r>
            <a:r>
              <a:rPr lang="pt-BR" sz="2400" dirty="0"/>
              <a:t> ou </a:t>
            </a:r>
            <a:r>
              <a:rPr lang="pt-BR" sz="2400" dirty="0">
                <a:solidFill>
                  <a:srgbClr val="C00000"/>
                </a:solidFill>
              </a:rPr>
              <a:t>manter</a:t>
            </a:r>
            <a:r>
              <a:rPr lang="pt-BR" sz="2400" dirty="0"/>
              <a:t> este serviço?</a:t>
            </a:r>
          </a:p>
          <a:p>
            <a:r>
              <a:rPr lang="pt-BR" sz="2400" dirty="0"/>
              <a:t>Qual volume de chamados de rede? Preciso manter uma operação de 100 analistas </a:t>
            </a:r>
            <a:r>
              <a:rPr lang="pt-BR" sz="2400" dirty="0">
                <a:solidFill>
                  <a:srgbClr val="C00000"/>
                </a:solidFill>
              </a:rPr>
              <a:t>24x7</a:t>
            </a:r>
            <a:r>
              <a:rPr lang="pt-BR" sz="2400" dirty="0"/>
              <a:t>?</a:t>
            </a:r>
          </a:p>
          <a:p>
            <a:r>
              <a:rPr lang="pt-BR" sz="2400" dirty="0"/>
              <a:t>Qual a </a:t>
            </a:r>
            <a:r>
              <a:rPr lang="pt-BR" sz="2400" dirty="0">
                <a:solidFill>
                  <a:srgbClr val="C00000"/>
                </a:solidFill>
              </a:rPr>
              <a:t>disponibilidade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0033CC"/>
                </a:solidFill>
              </a:rPr>
              <a:t>nível de serviço </a:t>
            </a:r>
            <a:r>
              <a:rPr lang="pt-BR" sz="2400" dirty="0"/>
              <a:t>esperado pela equipe de vendas?</a:t>
            </a:r>
          </a:p>
          <a:p>
            <a:r>
              <a:rPr lang="pt-BR" sz="2400" dirty="0"/>
              <a:t>Todas as equipes de TI sabem a quem comunicar e a quem </a:t>
            </a:r>
            <a:r>
              <a:rPr lang="pt-BR" sz="2400" dirty="0">
                <a:solidFill>
                  <a:srgbClr val="0033CC"/>
                </a:solidFill>
              </a:rPr>
              <a:t>escalar</a:t>
            </a:r>
            <a:r>
              <a:rPr lang="pt-BR" sz="2400" dirty="0"/>
              <a:t> problemas ? Quais são </a:t>
            </a:r>
            <a:r>
              <a:rPr lang="pt-BR" sz="2400" dirty="0">
                <a:solidFill>
                  <a:srgbClr val="C00000"/>
                </a:solidFill>
              </a:rPr>
              <a:t>urgentes</a:t>
            </a:r>
            <a:r>
              <a:rPr lang="pt-BR" sz="2400" dirty="0"/>
              <a:t> e realmente </a:t>
            </a:r>
            <a:r>
              <a:rPr lang="pt-BR" sz="2400" dirty="0">
                <a:solidFill>
                  <a:srgbClr val="C00000"/>
                </a:solidFill>
              </a:rPr>
              <a:t>impactantes</a:t>
            </a:r>
            <a:r>
              <a:rPr lang="pt-BR" sz="2400" dirty="0"/>
              <a:t> para o negócio da empresa?</a:t>
            </a:r>
          </a:p>
          <a:p>
            <a:r>
              <a:rPr lang="pt-BR" sz="2400" dirty="0"/>
              <a:t>Quais são as </a:t>
            </a:r>
            <a:r>
              <a:rPr lang="pt-BR" sz="2400" dirty="0">
                <a:solidFill>
                  <a:srgbClr val="0033CC"/>
                </a:solidFill>
              </a:rPr>
              <a:t>oportunidades</a:t>
            </a:r>
            <a:r>
              <a:rPr lang="pt-BR" sz="2400" dirty="0"/>
              <a:t>, </a:t>
            </a:r>
            <a:r>
              <a:rPr lang="pt-BR" sz="2400" dirty="0">
                <a:solidFill>
                  <a:srgbClr val="C00000"/>
                </a:solidFill>
              </a:rPr>
              <a:t>ameaças</a:t>
            </a:r>
            <a:r>
              <a:rPr lang="pt-BR" sz="2400" dirty="0"/>
              <a:t>, </a:t>
            </a:r>
            <a:r>
              <a:rPr lang="pt-BR" sz="2400" dirty="0">
                <a:solidFill>
                  <a:srgbClr val="0033CC"/>
                </a:solidFill>
              </a:rPr>
              <a:t>potencialidades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fragilidades</a:t>
            </a:r>
            <a:r>
              <a:rPr lang="pt-BR" sz="2400" dirty="0"/>
              <a:t> do ambiente ? 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en-US" sz="2400" dirty="0"/>
          </a:p>
        </p:txBody>
      </p:sp>
      <p:pic>
        <p:nvPicPr>
          <p:cNvPr id="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0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335740" y="2184579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CRISE 90’s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024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br>
              <a:rPr lang="pt-BR" b="1" dirty="0">
                <a:solidFill>
                  <a:srgbClr val="0033CC"/>
                </a:solidFill>
              </a:rPr>
            </a:br>
            <a:r>
              <a:rPr lang="pt-BR" b="1" dirty="0">
                <a:solidFill>
                  <a:srgbClr val="0033CC"/>
                </a:solidFill>
              </a:rPr>
              <a:t>Governança Corportiva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977224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219200" y="4336376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TRANSPARÊNCIA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9000" y="5193342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INDEPENDÊNCIA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0" y="4260176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PRESTAÇÃO DE CONTAS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94179" y="1638100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BUG DO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MILÊNIO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0" y="1572704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BOLHA DA INTERNET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4519684" y="3327578"/>
            <a:ext cx="423081" cy="627798"/>
          </a:xfrm>
          <a:prstGeom prst="downArrow">
            <a:avLst>
              <a:gd name="adj1" fmla="val 6290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838200" y="3955376"/>
            <a:ext cx="7772400" cy="238096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66800" y="3955376"/>
            <a:ext cx="36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 SOX e Governança de TI</a:t>
            </a:r>
            <a:endParaRPr lang="en-US" b="1" dirty="0"/>
          </a:p>
        </p:txBody>
      </p:sp>
      <p:pic>
        <p:nvPicPr>
          <p:cNvPr id="13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2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E20A90EB-5E01-E5ED-47E7-784DDA1EC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5" y="112829"/>
            <a:ext cx="9031705" cy="67988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618"/>
            <a:ext cx="8183880" cy="8314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br>
              <a:rPr lang="pt-BR" b="1" dirty="0">
                <a:solidFill>
                  <a:srgbClr val="0033CC"/>
                </a:solidFill>
              </a:rPr>
            </a:br>
            <a:r>
              <a:rPr lang="pt-BR" b="1" dirty="0">
                <a:solidFill>
                  <a:srgbClr val="0033CC"/>
                </a:solidFill>
              </a:rPr>
              <a:t>Governança de TI 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977224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12295" y="3610963"/>
            <a:ext cx="6553200" cy="25908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>
                <a:solidFill>
                  <a:schemeClr val="tx1"/>
                </a:solidFill>
              </a:rPr>
              <a:t>“É o conjunto de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práticas</a:t>
            </a:r>
            <a:r>
              <a:rPr lang="pt-BR" sz="2200" b="1" dirty="0">
                <a:solidFill>
                  <a:schemeClr val="tx1"/>
                </a:solidFill>
              </a:rPr>
              <a:t>, padrões e relacionamentos estruturados com a finalidade de estabalecer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processos</a:t>
            </a:r>
            <a:r>
              <a:rPr lang="pt-BR" sz="2200" b="1" dirty="0">
                <a:solidFill>
                  <a:schemeClr val="tx1"/>
                </a:solidFill>
              </a:rPr>
              <a:t>, procedimentos e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controles</a:t>
            </a:r>
            <a:r>
              <a:rPr lang="pt-B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200" b="1" dirty="0">
                <a:solidFill>
                  <a:schemeClr val="tx1"/>
                </a:solidFill>
              </a:rPr>
              <a:t>a fim de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minimizar/mitigar</a:t>
            </a:r>
            <a:r>
              <a:rPr lang="pt-B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200" b="1" dirty="0">
                <a:solidFill>
                  <a:schemeClr val="tx1"/>
                </a:solidFill>
              </a:rPr>
              <a:t>os </a:t>
            </a:r>
            <a:r>
              <a:rPr lang="pt-BR" sz="2200" b="1" dirty="0">
                <a:solidFill>
                  <a:srgbClr val="FF0000"/>
                </a:solidFill>
              </a:rPr>
              <a:t>riscos</a:t>
            </a:r>
            <a:r>
              <a:rPr lang="pt-BR" sz="2200" b="1" dirty="0">
                <a:solidFill>
                  <a:schemeClr val="tx1"/>
                </a:solidFill>
              </a:rPr>
              <a:t>, ampliar o desempenho, otimizar a aplicação de recursos,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reduzir os custos</a:t>
            </a:r>
            <a:r>
              <a:rPr lang="pt-BR" sz="2200" b="1" dirty="0">
                <a:solidFill>
                  <a:schemeClr val="tx1"/>
                </a:solidFill>
              </a:rPr>
              <a:t>, suportar as melhores decisões e consequentemente </a:t>
            </a:r>
            <a:r>
              <a:rPr lang="pt-B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alinhar TI aos negócios</a:t>
            </a:r>
            <a:r>
              <a:rPr lang="pt-BR" sz="2200" b="1" dirty="0">
                <a:solidFill>
                  <a:schemeClr val="tx1"/>
                </a:solidFill>
              </a:rPr>
              <a:t>”</a:t>
            </a: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9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0528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Governança de TI 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508" y="2000664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524767" y="1661540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ITIL </a:t>
            </a: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(Information Technology Infrastructure Library)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24767" y="3064416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CMMI</a:t>
            </a:r>
            <a:endParaRPr lang="pt-BR" sz="1600" b="1" dirty="0">
              <a:solidFill>
                <a:schemeClr val="tx1"/>
              </a:solidFill>
            </a:endParaRP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(Capability Maturity Model Integration)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4767" y="4512216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SIX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SIGMA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78788" y="1661540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COBIT </a:t>
            </a: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(Control objectives for information and Related technology)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0161" y="3064416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PMBOK/AGILE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90161" y="4515059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ISO/IEC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20000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2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9051-F33F-B942-5AB6-98F429DD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40BE-3E39-9F4F-D9C7-079EC39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528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Governança de TI 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098D-AE27-410F-BC44-12F5E1D0D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508" y="2000664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05D7EBD-9B49-3FA5-A86F-CC8B3AB3CAC2}"/>
              </a:ext>
            </a:extLst>
          </p:cNvPr>
          <p:cNvSpPr/>
          <p:nvPr/>
        </p:nvSpPr>
        <p:spPr>
          <a:xfrm>
            <a:off x="246367" y="3297834"/>
            <a:ext cx="2743200" cy="1143000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COBIT </a:t>
            </a: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(Control objectives for information and Related technology)</a:t>
            </a:r>
          </a:p>
        </p:txBody>
      </p:sp>
      <p:pic>
        <p:nvPicPr>
          <p:cNvPr id="14" name="Picture 18">
            <a:extLst>
              <a:ext uri="{FF2B5EF4-FFF2-40B4-BE49-F238E27FC236}">
                <a16:creationId xmlns:a16="http://schemas.microsoft.com/office/drawing/2014/main" id="{53928349-6340-4D66-E794-E784D29149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2050" name="Picture 2" descr="O que é COBIT? Entenda!">
            <a:extLst>
              <a:ext uri="{FF2B5EF4-FFF2-40B4-BE49-F238E27FC236}">
                <a16:creationId xmlns:a16="http://schemas.microsoft.com/office/drawing/2014/main" id="{0D02857A-13E1-CAB4-0EB8-EFEE62EB8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412" y="1252088"/>
            <a:ext cx="5799221" cy="498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96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br>
              <a:rPr lang="pt-BR" sz="2800" b="1"/>
            </a:br>
            <a:br>
              <a:rPr lang="pt-BR" sz="2800" b="1"/>
            </a:br>
            <a:endParaRPr lang="en-US" sz="2800" b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C83304D5-9B84-5032-97EE-2998FF0A12D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6" y="2430454"/>
            <a:ext cx="3583036" cy="182734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t-BR" sz="2800" b="1" dirty="0">
                <a:solidFill>
                  <a:schemeClr val="bg1">
                    <a:lumMod val="65000"/>
                  </a:schemeClr>
                </a:solidFill>
              </a:rPr>
              <a:t>Conceito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Governança TI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ITIL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COBIT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sz="2800" b="1" dirty="0"/>
              <a:t>ITIL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Histórico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Estrutura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Aplicação 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Referências e Links</a:t>
            </a:r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pt-BR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B3E09C4-BD96-0F96-4E30-0A75B159345F}"/>
              </a:ext>
            </a:extLst>
          </p:cNvPr>
          <p:cNvSpPr txBox="1">
            <a:spLocks/>
          </p:cNvSpPr>
          <p:nvPr/>
        </p:nvSpPr>
        <p:spPr>
          <a:xfrm>
            <a:off x="4573621" y="631893"/>
            <a:ext cx="40941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br>
              <a:rPr lang="pt-BR" sz="2800" b="1"/>
            </a:br>
            <a:r>
              <a:rPr lang="pt-BR" sz="2800" b="1">
                <a:solidFill>
                  <a:srgbClr val="0033CC"/>
                </a:solidFill>
              </a:rPr>
              <a:t>Conteúdo</a:t>
            </a:r>
            <a:br>
              <a:rPr lang="pt-BR" sz="2800" b="1"/>
            </a:b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1303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ITIL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27048"/>
            <a:ext cx="8183880" cy="4187952"/>
          </a:xfrm>
        </p:spPr>
        <p:txBody>
          <a:bodyPr>
            <a:normAutofit/>
          </a:bodyPr>
          <a:lstStyle/>
          <a:p>
            <a:pPr lvl="1"/>
            <a:endParaRPr lang="pt-BR" dirty="0"/>
          </a:p>
          <a:p>
            <a:pPr marL="347472" lvl="1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70" y="1066800"/>
            <a:ext cx="7391399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48796" y="2809720"/>
            <a:ext cx="1435244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7694107" y="2398423"/>
            <a:ext cx="1255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</a:rPr>
              <a:t>Fev/2019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8CFB044-7D21-F4F6-F456-0C743E5CF951}"/>
              </a:ext>
            </a:extLst>
          </p:cNvPr>
          <p:cNvSpPr txBox="1">
            <a:spLocks/>
          </p:cNvSpPr>
          <p:nvPr/>
        </p:nvSpPr>
        <p:spPr>
          <a:xfrm>
            <a:off x="381000" y="24066"/>
            <a:ext cx="8183880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dirty="0">
                <a:solidFill>
                  <a:srgbClr val="0033CC"/>
                </a:solidFill>
              </a:rPr>
              <a:t>ITIL</a:t>
            </a:r>
            <a:endParaRPr lang="en-US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68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ITIL – Benefícios </a:t>
            </a:r>
            <a:br>
              <a:rPr lang="pt-BR" dirty="0"/>
            </a:b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219200" y="990600"/>
            <a:ext cx="6553200" cy="5035446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</a:rPr>
              <a:t>Melhor alinhamento e comunicação entre a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área de TI </a:t>
            </a:r>
            <a:r>
              <a:rPr lang="pt-BR" sz="2400" b="1" dirty="0">
                <a:solidFill>
                  <a:schemeClr val="tx1"/>
                </a:solidFill>
              </a:rPr>
              <a:t>e as áreas de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Negócios</a:t>
            </a:r>
            <a:r>
              <a:rPr lang="pt-BR" sz="2400" b="1" dirty="0">
                <a:solidFill>
                  <a:schemeClr val="tx1"/>
                </a:solidFill>
              </a:rPr>
              <a:t> da empresa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</a:rPr>
              <a:t>Maior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agilidade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para atender mudanças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</a:rPr>
              <a:t>Melhor visibilidade de custos e </a:t>
            </a:r>
            <a:r>
              <a:rPr lang="pt-BR" sz="2400" b="1" dirty="0">
                <a:solidFill>
                  <a:schemeClr val="bg1"/>
                </a:solidFill>
              </a:rPr>
              <a:t>ROI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</a:rPr>
              <a:t>Melhoria de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quanto ao atendimento dos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níveis de serviço</a:t>
            </a:r>
            <a:r>
              <a:rPr lang="pt-BR" sz="2400" b="1" dirty="0">
                <a:solidFill>
                  <a:schemeClr val="tx1"/>
                </a:solidFill>
              </a:rPr>
              <a:t>, disponibilidade, entrega de serviços e redução de </a:t>
            </a:r>
            <a:r>
              <a:rPr lang="pt-BR" sz="2400" b="1" dirty="0">
                <a:solidFill>
                  <a:srgbClr val="FF0000"/>
                </a:solidFill>
              </a:rPr>
              <a:t>retrabalho</a:t>
            </a:r>
          </a:p>
          <a:p>
            <a:endParaRPr lang="en-US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83E527B-B113-9C52-2BD1-8C7CB8BD1BA2}"/>
              </a:ext>
            </a:extLst>
          </p:cNvPr>
          <p:cNvSpPr txBox="1">
            <a:spLocks/>
          </p:cNvSpPr>
          <p:nvPr/>
        </p:nvSpPr>
        <p:spPr>
          <a:xfrm>
            <a:off x="381000" y="24066"/>
            <a:ext cx="8183880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dirty="0">
                <a:solidFill>
                  <a:srgbClr val="0033CC"/>
                </a:solidFill>
              </a:rPr>
              <a:t>ITIL</a:t>
            </a:r>
            <a:endParaRPr lang="en-US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681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ur Axelos ITIL 4 guide - What is ITIL | Beyond20">
            <a:extLst>
              <a:ext uri="{FF2B5EF4-FFF2-40B4-BE49-F238E27FC236}">
                <a16:creationId xmlns:a16="http://schemas.microsoft.com/office/drawing/2014/main" id="{01BDEF8A-0519-F7DB-06FA-33B2E894A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4" y="1095375"/>
            <a:ext cx="5225613" cy="5412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8">
            <a:extLst>
              <a:ext uri="{FF2B5EF4-FFF2-40B4-BE49-F238E27FC236}">
                <a16:creationId xmlns:a16="http://schemas.microsoft.com/office/drawing/2014/main" id="{2FA074B8-C4B2-BF49-D62D-5286B8D8AB0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DCBAB8C-D431-BA08-4DC6-70D27A2D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16" y="701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br>
              <a:rPr lang="pt-BR" b="1" dirty="0">
                <a:solidFill>
                  <a:srgbClr val="0033CC"/>
                </a:solidFill>
              </a:rPr>
            </a:br>
            <a:r>
              <a:rPr lang="pt-BR" b="1" dirty="0">
                <a:solidFill>
                  <a:srgbClr val="0033CC"/>
                </a:solidFill>
              </a:rPr>
              <a:t>Estrutura do ITIL - Framework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6" name="Seta: para Cima 5">
            <a:extLst>
              <a:ext uri="{FF2B5EF4-FFF2-40B4-BE49-F238E27FC236}">
                <a16:creationId xmlns:a16="http://schemas.microsoft.com/office/drawing/2014/main" id="{058FAEB4-8A1C-16C1-2CC5-80E08CE1A925}"/>
              </a:ext>
            </a:extLst>
          </p:cNvPr>
          <p:cNvSpPr/>
          <p:nvPr/>
        </p:nvSpPr>
        <p:spPr>
          <a:xfrm rot="1479112">
            <a:off x="3705225" y="4457701"/>
            <a:ext cx="495300" cy="971550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76E904FE-9F12-A284-1046-CC0A24919821}"/>
              </a:ext>
            </a:extLst>
          </p:cNvPr>
          <p:cNvSpPr/>
          <p:nvPr/>
        </p:nvSpPr>
        <p:spPr>
          <a:xfrm rot="2980679">
            <a:off x="2267778" y="4312954"/>
            <a:ext cx="495300" cy="971550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  <p:sp>
        <p:nvSpPr>
          <p:cNvPr id="8" name="Seta: para Cima 7">
            <a:extLst>
              <a:ext uri="{FF2B5EF4-FFF2-40B4-BE49-F238E27FC236}">
                <a16:creationId xmlns:a16="http://schemas.microsoft.com/office/drawing/2014/main" id="{3B8F6702-6819-457F-9730-346878058E94}"/>
              </a:ext>
            </a:extLst>
          </p:cNvPr>
          <p:cNvSpPr/>
          <p:nvPr/>
        </p:nvSpPr>
        <p:spPr>
          <a:xfrm rot="11990789">
            <a:off x="4560620" y="1541180"/>
            <a:ext cx="495300" cy="971550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1BBA15EF-D6E2-E72B-6D04-85C29A6128DD}"/>
              </a:ext>
            </a:extLst>
          </p:cNvPr>
          <p:cNvSpPr/>
          <p:nvPr/>
        </p:nvSpPr>
        <p:spPr>
          <a:xfrm rot="17804160">
            <a:off x="5979845" y="4484405"/>
            <a:ext cx="495300" cy="971550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  <p:sp>
        <p:nvSpPr>
          <p:cNvPr id="10" name="Seta: para Cima 9">
            <a:extLst>
              <a:ext uri="{FF2B5EF4-FFF2-40B4-BE49-F238E27FC236}">
                <a16:creationId xmlns:a16="http://schemas.microsoft.com/office/drawing/2014/main" id="{9AE0DF36-7888-BC98-E52D-681F5AE81669}"/>
              </a:ext>
            </a:extLst>
          </p:cNvPr>
          <p:cNvSpPr/>
          <p:nvPr/>
        </p:nvSpPr>
        <p:spPr>
          <a:xfrm rot="13771390">
            <a:off x="5836010" y="1037463"/>
            <a:ext cx="495300" cy="971550"/>
          </a:xfrm>
          <a:prstGeom prst="up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0360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ITIL – Estrutura </a:t>
            </a:r>
            <a:br>
              <a:rPr lang="pt-BR" dirty="0"/>
            </a:b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251045" y="3400925"/>
            <a:ext cx="6553200" cy="3270137"/>
          </a:xfrm>
          <a:prstGeom prst="roundRect">
            <a:avLst/>
          </a:prstGeom>
          <a:solidFill>
            <a:schemeClr val="tx2">
              <a:lumMod val="75000"/>
              <a:alpha val="61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Estratégia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Desenho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Transição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Operação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>
                <a:solidFill>
                  <a:schemeClr val="tx1"/>
                </a:solidFill>
              </a:rPr>
              <a:t>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2400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Melhoria contínua </a:t>
            </a:r>
            <a:r>
              <a:rPr lang="pt-BR" sz="2400" b="1" dirty="0">
                <a:solidFill>
                  <a:schemeClr val="tx1"/>
                </a:solidFill>
              </a:rPr>
              <a:t>de Serviço</a:t>
            </a:r>
            <a:endParaRPr lang="en-US" sz="2400" dirty="0"/>
          </a:p>
        </p:txBody>
      </p:sp>
      <p:sp>
        <p:nvSpPr>
          <p:cNvPr id="4" name="Rounded Rectangle 3"/>
          <p:cNvSpPr/>
          <p:nvPr/>
        </p:nvSpPr>
        <p:spPr>
          <a:xfrm>
            <a:off x="1251045" y="1066799"/>
            <a:ext cx="6553200" cy="1887415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2000" b="1" dirty="0">
              <a:solidFill>
                <a:schemeClr val="tx1"/>
              </a:solidFill>
            </a:endParaRPr>
          </a:p>
          <a:p>
            <a:pPr algn="just"/>
            <a:r>
              <a:rPr lang="pt-BR" sz="2000" b="1" dirty="0">
                <a:solidFill>
                  <a:schemeClr val="tx1"/>
                </a:solidFill>
              </a:rPr>
              <a:t>Serviço: meio de entregar valor aos clientes, com o propósito de satisfazer suas necessidades minimizando riscos e melhorando os resultados obtidos.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6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74E6B60-1E71-495C-E870-AF142C0B72A8}"/>
              </a:ext>
            </a:extLst>
          </p:cNvPr>
          <p:cNvSpPr txBox="1">
            <a:spLocks/>
          </p:cNvSpPr>
          <p:nvPr/>
        </p:nvSpPr>
        <p:spPr>
          <a:xfrm>
            <a:off x="381000" y="24066"/>
            <a:ext cx="8183880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dirty="0">
                <a:solidFill>
                  <a:srgbClr val="0033CC"/>
                </a:solidFill>
              </a:rPr>
              <a:t>ITIL</a:t>
            </a:r>
            <a:endParaRPr lang="en-US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74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16570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ITIL - Exemplos de Serviços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339951"/>
            <a:ext cx="8183880" cy="520152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Serviço de Email </a:t>
            </a:r>
          </a:p>
          <a:p>
            <a:pPr lvl="1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Disponível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24x7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 todo o mundo</a:t>
            </a:r>
          </a:p>
          <a:p>
            <a:pPr lvl="1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Arquivos anexos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criptografados</a:t>
            </a:r>
          </a:p>
          <a:p>
            <a:pPr lvl="1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incremental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diário</a:t>
            </a:r>
          </a:p>
          <a:p>
            <a:pPr lvl="1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Capacidade de envio com tráfego de até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30Mb  </a:t>
            </a:r>
          </a:p>
          <a:p>
            <a:pPr lvl="1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Indisponibilidade máxima de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20min/mês</a:t>
            </a:r>
          </a:p>
          <a:p>
            <a:pPr marL="347472" lvl="1" indent="0">
              <a:buNone/>
            </a:pP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do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Helpdesk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nível de serviço</a:t>
            </a:r>
          </a:p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de versões e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configuração</a:t>
            </a:r>
          </a:p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de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mudanças </a:t>
            </a:r>
          </a:p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de </a:t>
            </a:r>
            <a:r>
              <a:rPr lang="pt-BR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do ciclo de vida de desenvolvimento de sistemas</a:t>
            </a: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4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87F996-B350-66D7-06C6-43A47BB59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339951"/>
            <a:ext cx="8183880" cy="520152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347472" lvl="1" indent="0">
              <a:buNone/>
            </a:pP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D8329F-2DC9-2A19-FD74-0D486E89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6570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ITIL - Exemplos de Serviços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2E82E1-31AB-8146-3D27-C11001EB25B7}"/>
              </a:ext>
            </a:extLst>
          </p:cNvPr>
          <p:cNvSpPr txBox="1"/>
          <p:nvPr/>
        </p:nvSpPr>
        <p:spPr>
          <a:xfrm>
            <a:off x="867905" y="2609507"/>
            <a:ext cx="334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Nível de Serviço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92B4561-1717-04D6-90C4-20B622010874}"/>
              </a:ext>
            </a:extLst>
          </p:cNvPr>
          <p:cNvSpPr/>
          <p:nvPr/>
        </p:nvSpPr>
        <p:spPr>
          <a:xfrm>
            <a:off x="4455649" y="1711982"/>
            <a:ext cx="604654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</a:t>
            </a:r>
          </a:p>
          <a:p>
            <a:pPr algn="ctr"/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</a:t>
            </a:r>
          </a:p>
          <a:p>
            <a:pPr algn="ctr"/>
            <a:r>
              <a:rPr lang="pt-B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10113FC-A8DB-ECDC-EB83-CD02E8BACEA0}"/>
              </a:ext>
            </a:extLst>
          </p:cNvPr>
          <p:cNvSpPr/>
          <p:nvPr/>
        </p:nvSpPr>
        <p:spPr>
          <a:xfrm>
            <a:off x="4820667" y="1696484"/>
            <a:ext cx="19203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ervice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07BC91-20CE-5482-E599-D5B168C8ACBE}"/>
              </a:ext>
            </a:extLst>
          </p:cNvPr>
          <p:cNvSpPr/>
          <p:nvPr/>
        </p:nvSpPr>
        <p:spPr>
          <a:xfrm>
            <a:off x="4831075" y="2530807"/>
            <a:ext cx="13674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evel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AD96262-EAB0-8E0B-48FB-7A2577CC1D02}"/>
              </a:ext>
            </a:extLst>
          </p:cNvPr>
          <p:cNvSpPr/>
          <p:nvPr/>
        </p:nvSpPr>
        <p:spPr>
          <a:xfrm>
            <a:off x="4866876" y="3318631"/>
            <a:ext cx="29645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greement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0DDFDC-CF63-5B95-FF55-BE5F7C4D2BCC}"/>
              </a:ext>
            </a:extLst>
          </p:cNvPr>
          <p:cNvSpPr txBox="1"/>
          <p:nvPr/>
        </p:nvSpPr>
        <p:spPr>
          <a:xfrm>
            <a:off x="650930" y="4510010"/>
            <a:ext cx="7851958" cy="1938992"/>
          </a:xfrm>
          <a:custGeom>
            <a:avLst/>
            <a:gdLst>
              <a:gd name="connsiteX0" fmla="*/ 0 w 7851958"/>
              <a:gd name="connsiteY0" fmla="*/ 0 h 1938992"/>
              <a:gd name="connsiteX1" fmla="*/ 639374 w 7851958"/>
              <a:gd name="connsiteY1" fmla="*/ 0 h 1938992"/>
              <a:gd name="connsiteX2" fmla="*/ 1121708 w 7851958"/>
              <a:gd name="connsiteY2" fmla="*/ 0 h 1938992"/>
              <a:gd name="connsiteX3" fmla="*/ 1604043 w 7851958"/>
              <a:gd name="connsiteY3" fmla="*/ 0 h 1938992"/>
              <a:gd name="connsiteX4" fmla="*/ 2007858 w 7851958"/>
              <a:gd name="connsiteY4" fmla="*/ 0 h 1938992"/>
              <a:gd name="connsiteX5" fmla="*/ 2725751 w 7851958"/>
              <a:gd name="connsiteY5" fmla="*/ 0 h 1938992"/>
              <a:gd name="connsiteX6" fmla="*/ 3443644 w 7851958"/>
              <a:gd name="connsiteY6" fmla="*/ 0 h 1938992"/>
              <a:gd name="connsiteX7" fmla="*/ 3847459 w 7851958"/>
              <a:gd name="connsiteY7" fmla="*/ 0 h 1938992"/>
              <a:gd name="connsiteX8" fmla="*/ 4486833 w 7851958"/>
              <a:gd name="connsiteY8" fmla="*/ 0 h 1938992"/>
              <a:gd name="connsiteX9" fmla="*/ 5126207 w 7851958"/>
              <a:gd name="connsiteY9" fmla="*/ 0 h 1938992"/>
              <a:gd name="connsiteX10" fmla="*/ 5765581 w 7851958"/>
              <a:gd name="connsiteY10" fmla="*/ 0 h 1938992"/>
              <a:gd name="connsiteX11" fmla="*/ 6326435 w 7851958"/>
              <a:gd name="connsiteY11" fmla="*/ 0 h 1938992"/>
              <a:gd name="connsiteX12" fmla="*/ 6887289 w 7851958"/>
              <a:gd name="connsiteY12" fmla="*/ 0 h 1938992"/>
              <a:gd name="connsiteX13" fmla="*/ 7291104 w 7851958"/>
              <a:gd name="connsiteY13" fmla="*/ 0 h 1938992"/>
              <a:gd name="connsiteX14" fmla="*/ 7851958 w 7851958"/>
              <a:gd name="connsiteY14" fmla="*/ 0 h 1938992"/>
              <a:gd name="connsiteX15" fmla="*/ 7851958 w 7851958"/>
              <a:gd name="connsiteY15" fmla="*/ 523528 h 1938992"/>
              <a:gd name="connsiteX16" fmla="*/ 7851958 w 7851958"/>
              <a:gd name="connsiteY16" fmla="*/ 988886 h 1938992"/>
              <a:gd name="connsiteX17" fmla="*/ 7851958 w 7851958"/>
              <a:gd name="connsiteY17" fmla="*/ 1434854 h 1938992"/>
              <a:gd name="connsiteX18" fmla="*/ 7851958 w 7851958"/>
              <a:gd name="connsiteY18" fmla="*/ 1938992 h 1938992"/>
              <a:gd name="connsiteX19" fmla="*/ 7526663 w 7851958"/>
              <a:gd name="connsiteY19" fmla="*/ 1938992 h 1938992"/>
              <a:gd name="connsiteX20" fmla="*/ 6887289 w 7851958"/>
              <a:gd name="connsiteY20" fmla="*/ 1938992 h 1938992"/>
              <a:gd name="connsiteX21" fmla="*/ 6483474 w 7851958"/>
              <a:gd name="connsiteY21" fmla="*/ 1938992 h 1938992"/>
              <a:gd name="connsiteX22" fmla="*/ 5765581 w 7851958"/>
              <a:gd name="connsiteY22" fmla="*/ 1938992 h 1938992"/>
              <a:gd name="connsiteX23" fmla="*/ 5047687 w 7851958"/>
              <a:gd name="connsiteY23" fmla="*/ 1938992 h 1938992"/>
              <a:gd name="connsiteX24" fmla="*/ 4408314 w 7851958"/>
              <a:gd name="connsiteY24" fmla="*/ 1938992 h 1938992"/>
              <a:gd name="connsiteX25" fmla="*/ 4083018 w 7851958"/>
              <a:gd name="connsiteY25" fmla="*/ 1938992 h 1938992"/>
              <a:gd name="connsiteX26" fmla="*/ 3522164 w 7851958"/>
              <a:gd name="connsiteY26" fmla="*/ 1938992 h 1938992"/>
              <a:gd name="connsiteX27" fmla="*/ 3196869 w 7851958"/>
              <a:gd name="connsiteY27" fmla="*/ 1938992 h 1938992"/>
              <a:gd name="connsiteX28" fmla="*/ 2871573 w 7851958"/>
              <a:gd name="connsiteY28" fmla="*/ 1938992 h 1938992"/>
              <a:gd name="connsiteX29" fmla="*/ 2467758 w 7851958"/>
              <a:gd name="connsiteY29" fmla="*/ 1938992 h 1938992"/>
              <a:gd name="connsiteX30" fmla="*/ 1828385 w 7851958"/>
              <a:gd name="connsiteY30" fmla="*/ 1938992 h 1938992"/>
              <a:gd name="connsiteX31" fmla="*/ 1110491 w 7851958"/>
              <a:gd name="connsiteY31" fmla="*/ 1938992 h 1938992"/>
              <a:gd name="connsiteX32" fmla="*/ 0 w 7851958"/>
              <a:gd name="connsiteY32" fmla="*/ 1938992 h 1938992"/>
              <a:gd name="connsiteX33" fmla="*/ 0 w 7851958"/>
              <a:gd name="connsiteY33" fmla="*/ 1512414 h 1938992"/>
              <a:gd name="connsiteX34" fmla="*/ 0 w 7851958"/>
              <a:gd name="connsiteY34" fmla="*/ 1027666 h 1938992"/>
              <a:gd name="connsiteX35" fmla="*/ 0 w 7851958"/>
              <a:gd name="connsiteY35" fmla="*/ 523528 h 1938992"/>
              <a:gd name="connsiteX36" fmla="*/ 0 w 7851958"/>
              <a:gd name="connsiteY36" fmla="*/ 0 h 19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851958" h="1938992" extrusionOk="0">
                <a:moveTo>
                  <a:pt x="0" y="0"/>
                </a:moveTo>
                <a:cubicBezTo>
                  <a:pt x="292020" y="-69907"/>
                  <a:pt x="434395" y="55388"/>
                  <a:pt x="639374" y="0"/>
                </a:cubicBezTo>
                <a:cubicBezTo>
                  <a:pt x="844353" y="-55388"/>
                  <a:pt x="966510" y="54834"/>
                  <a:pt x="1121708" y="0"/>
                </a:cubicBezTo>
                <a:cubicBezTo>
                  <a:pt x="1276906" y="-54834"/>
                  <a:pt x="1418492" y="17640"/>
                  <a:pt x="1604043" y="0"/>
                </a:cubicBezTo>
                <a:cubicBezTo>
                  <a:pt x="1789594" y="-17640"/>
                  <a:pt x="1827871" y="32748"/>
                  <a:pt x="2007858" y="0"/>
                </a:cubicBezTo>
                <a:cubicBezTo>
                  <a:pt x="2187846" y="-32748"/>
                  <a:pt x="2411541" y="13499"/>
                  <a:pt x="2725751" y="0"/>
                </a:cubicBezTo>
                <a:cubicBezTo>
                  <a:pt x="3039961" y="-13499"/>
                  <a:pt x="3254752" y="21512"/>
                  <a:pt x="3443644" y="0"/>
                </a:cubicBezTo>
                <a:cubicBezTo>
                  <a:pt x="3632536" y="-21512"/>
                  <a:pt x="3678583" y="39315"/>
                  <a:pt x="3847459" y="0"/>
                </a:cubicBezTo>
                <a:cubicBezTo>
                  <a:pt x="4016335" y="-39315"/>
                  <a:pt x="4245043" y="17397"/>
                  <a:pt x="4486833" y="0"/>
                </a:cubicBezTo>
                <a:cubicBezTo>
                  <a:pt x="4728623" y="-17397"/>
                  <a:pt x="4985294" y="42225"/>
                  <a:pt x="5126207" y="0"/>
                </a:cubicBezTo>
                <a:cubicBezTo>
                  <a:pt x="5267120" y="-42225"/>
                  <a:pt x="5571557" y="70179"/>
                  <a:pt x="5765581" y="0"/>
                </a:cubicBezTo>
                <a:cubicBezTo>
                  <a:pt x="5959605" y="-70179"/>
                  <a:pt x="6130050" y="55566"/>
                  <a:pt x="6326435" y="0"/>
                </a:cubicBezTo>
                <a:cubicBezTo>
                  <a:pt x="6522820" y="-55566"/>
                  <a:pt x="6630322" y="39825"/>
                  <a:pt x="6887289" y="0"/>
                </a:cubicBezTo>
                <a:cubicBezTo>
                  <a:pt x="7144256" y="-39825"/>
                  <a:pt x="7118952" y="33837"/>
                  <a:pt x="7291104" y="0"/>
                </a:cubicBezTo>
                <a:cubicBezTo>
                  <a:pt x="7463257" y="-33837"/>
                  <a:pt x="7616318" y="24725"/>
                  <a:pt x="7851958" y="0"/>
                </a:cubicBezTo>
                <a:cubicBezTo>
                  <a:pt x="7863825" y="109040"/>
                  <a:pt x="7844922" y="352412"/>
                  <a:pt x="7851958" y="523528"/>
                </a:cubicBezTo>
                <a:cubicBezTo>
                  <a:pt x="7858994" y="694644"/>
                  <a:pt x="7827534" y="846762"/>
                  <a:pt x="7851958" y="988886"/>
                </a:cubicBezTo>
                <a:cubicBezTo>
                  <a:pt x="7876382" y="1131010"/>
                  <a:pt x="7840451" y="1303650"/>
                  <a:pt x="7851958" y="1434854"/>
                </a:cubicBezTo>
                <a:cubicBezTo>
                  <a:pt x="7863465" y="1566058"/>
                  <a:pt x="7838462" y="1710684"/>
                  <a:pt x="7851958" y="1938992"/>
                </a:cubicBezTo>
                <a:cubicBezTo>
                  <a:pt x="7785610" y="1950970"/>
                  <a:pt x="7646380" y="1909969"/>
                  <a:pt x="7526663" y="1938992"/>
                </a:cubicBezTo>
                <a:cubicBezTo>
                  <a:pt x="7406947" y="1968015"/>
                  <a:pt x="7103316" y="1878806"/>
                  <a:pt x="6887289" y="1938992"/>
                </a:cubicBezTo>
                <a:cubicBezTo>
                  <a:pt x="6671262" y="1999178"/>
                  <a:pt x="6675659" y="1918324"/>
                  <a:pt x="6483474" y="1938992"/>
                </a:cubicBezTo>
                <a:cubicBezTo>
                  <a:pt x="6291289" y="1959660"/>
                  <a:pt x="6039382" y="1891796"/>
                  <a:pt x="5765581" y="1938992"/>
                </a:cubicBezTo>
                <a:cubicBezTo>
                  <a:pt x="5491780" y="1986188"/>
                  <a:pt x="5298824" y="1863993"/>
                  <a:pt x="5047687" y="1938992"/>
                </a:cubicBezTo>
                <a:cubicBezTo>
                  <a:pt x="4796550" y="2013991"/>
                  <a:pt x="4585721" y="1918367"/>
                  <a:pt x="4408314" y="1938992"/>
                </a:cubicBezTo>
                <a:cubicBezTo>
                  <a:pt x="4230907" y="1959617"/>
                  <a:pt x="4180017" y="1903595"/>
                  <a:pt x="4083018" y="1938992"/>
                </a:cubicBezTo>
                <a:cubicBezTo>
                  <a:pt x="3986019" y="1974389"/>
                  <a:pt x="3791584" y="1931438"/>
                  <a:pt x="3522164" y="1938992"/>
                </a:cubicBezTo>
                <a:cubicBezTo>
                  <a:pt x="3252744" y="1946546"/>
                  <a:pt x="3353092" y="1923856"/>
                  <a:pt x="3196869" y="1938992"/>
                </a:cubicBezTo>
                <a:cubicBezTo>
                  <a:pt x="3040647" y="1954128"/>
                  <a:pt x="2956310" y="1904779"/>
                  <a:pt x="2871573" y="1938992"/>
                </a:cubicBezTo>
                <a:cubicBezTo>
                  <a:pt x="2786836" y="1973205"/>
                  <a:pt x="2552536" y="1926102"/>
                  <a:pt x="2467758" y="1938992"/>
                </a:cubicBezTo>
                <a:cubicBezTo>
                  <a:pt x="2382980" y="1951882"/>
                  <a:pt x="2055903" y="1929637"/>
                  <a:pt x="1828385" y="1938992"/>
                </a:cubicBezTo>
                <a:cubicBezTo>
                  <a:pt x="1600867" y="1948347"/>
                  <a:pt x="1440481" y="1920384"/>
                  <a:pt x="1110491" y="1938992"/>
                </a:cubicBezTo>
                <a:cubicBezTo>
                  <a:pt x="780501" y="1957600"/>
                  <a:pt x="388922" y="1819724"/>
                  <a:pt x="0" y="1938992"/>
                </a:cubicBezTo>
                <a:cubicBezTo>
                  <a:pt x="-39996" y="1821199"/>
                  <a:pt x="29702" y="1634459"/>
                  <a:pt x="0" y="1512414"/>
                </a:cubicBezTo>
                <a:cubicBezTo>
                  <a:pt x="-29702" y="1390369"/>
                  <a:pt x="25145" y="1166851"/>
                  <a:pt x="0" y="1027666"/>
                </a:cubicBezTo>
                <a:cubicBezTo>
                  <a:pt x="-25145" y="888481"/>
                  <a:pt x="36163" y="687874"/>
                  <a:pt x="0" y="523528"/>
                </a:cubicBezTo>
                <a:cubicBezTo>
                  <a:pt x="-36163" y="359182"/>
                  <a:pt x="41509" y="185976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8988766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ACORDO DE NÍVEL DE SERVIÇO</a:t>
            </a:r>
          </a:p>
          <a:p>
            <a:pPr algn="just"/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Exemplo: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Você abre uma chamado para sua operadora de </a:t>
            </a:r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Telecom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sobre seu </a:t>
            </a:r>
            <a:r>
              <a:rPr lang="pt-BR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Wi-fi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não funciona e eles informam que irá te dar o 1º atendimento em até </a:t>
            </a:r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24h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126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41158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Projeto de Infra de rede de computadores - Nova Fábrica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7469" y="1747923"/>
            <a:ext cx="2362199" cy="4653887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Estratégia 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Desenho 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Transição 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Operação de Serviço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Melhoria contínua de Serviço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47469" y="2586124"/>
            <a:ext cx="8229599" cy="76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58842" y="3424324"/>
            <a:ext cx="8229599" cy="76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47468" y="4262524"/>
            <a:ext cx="8229599" cy="76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58842" y="5100724"/>
            <a:ext cx="8229599" cy="76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3176937" y="2052724"/>
            <a:ext cx="49473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3214468" y="2890924"/>
            <a:ext cx="49473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3214468" y="3729124"/>
            <a:ext cx="49473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3214468" y="4643524"/>
            <a:ext cx="49473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3214468" y="5557924"/>
            <a:ext cx="49473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824068" y="1747923"/>
            <a:ext cx="4952999" cy="4572002"/>
          </a:xfrm>
          <a:prstGeom prst="roundRect">
            <a:avLst/>
          </a:prstGeom>
          <a:solidFill>
            <a:srgbClr val="0070C0">
              <a:alpha val="61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Planejamento de nova fábrica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Crescimento de 50% usuários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Plano de projeto / ROI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Capacidade?Disponibilidade?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Arquitetura e padrões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Nível de serviço atual e novo?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Executar Plano de implantação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Migração de Rede/Servidores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Gerenciamento da Rede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Extração de indicadores</a:t>
            </a:r>
          </a:p>
          <a:p>
            <a:pPr marL="285750" indent="-285750">
              <a:buFont typeface="Arial" pitchFamily="34" charset="0"/>
              <a:buChar char="•"/>
            </a:pPr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Plano de Ação com melhorias identificadas</a:t>
            </a:r>
          </a:p>
          <a:p>
            <a:r>
              <a:rPr lang="pt-BR" b="1" dirty="0">
                <a:solidFill>
                  <a:schemeClr val="tx1"/>
                </a:solidFill>
              </a:rPr>
              <a:t> </a:t>
            </a:r>
            <a:endParaRPr lang="en-US" dirty="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81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B32F-911B-C4AD-CDB0-247D8B38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9F6BF83-DEE1-DD3F-D39E-8FF7A98FF993}"/>
              </a:ext>
            </a:extLst>
          </p:cNvPr>
          <p:cNvCxnSpPr>
            <a:cxnSpLocks/>
          </p:cNvCxnSpPr>
          <p:nvPr/>
        </p:nvCxnSpPr>
        <p:spPr>
          <a:xfrm>
            <a:off x="5169975" y="4245243"/>
            <a:ext cx="772333" cy="801532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49FA348-5EFC-98A6-0491-A68ED17DA984}"/>
              </a:ext>
            </a:extLst>
          </p:cNvPr>
          <p:cNvCxnSpPr>
            <a:cxnSpLocks/>
          </p:cNvCxnSpPr>
          <p:nvPr/>
        </p:nvCxnSpPr>
        <p:spPr>
          <a:xfrm>
            <a:off x="3363132" y="2311044"/>
            <a:ext cx="772333" cy="801532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CB72F37-8482-33A2-1FEC-22AA977D3EC1}"/>
              </a:ext>
            </a:extLst>
          </p:cNvPr>
          <p:cNvCxnSpPr>
            <a:cxnSpLocks/>
          </p:cNvCxnSpPr>
          <p:nvPr/>
        </p:nvCxnSpPr>
        <p:spPr>
          <a:xfrm flipH="1">
            <a:off x="3019586" y="3808709"/>
            <a:ext cx="1115879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500223B-74D7-DEED-2E7C-E53437A2278A}"/>
              </a:ext>
            </a:extLst>
          </p:cNvPr>
          <p:cNvCxnSpPr>
            <a:cxnSpLocks/>
          </p:cNvCxnSpPr>
          <p:nvPr/>
        </p:nvCxnSpPr>
        <p:spPr>
          <a:xfrm flipH="1">
            <a:off x="3363132" y="4276240"/>
            <a:ext cx="772333" cy="672884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F6BD65-A3C1-D8A2-B45E-C5BD5BD030D6}"/>
              </a:ext>
            </a:extLst>
          </p:cNvPr>
          <p:cNvCxnSpPr>
            <a:cxnSpLocks/>
          </p:cNvCxnSpPr>
          <p:nvPr/>
        </p:nvCxnSpPr>
        <p:spPr>
          <a:xfrm flipH="1">
            <a:off x="5284922" y="3809999"/>
            <a:ext cx="1097796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209591-1E7B-C486-73D7-061CE219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69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Framework ITIL - Conceitos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C0AD4F0F-E890-52E5-8A69-C7C084B93B5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BCB1714-F73C-016E-661C-88DB38F2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4225051"/>
              </p:ext>
            </p:extLst>
          </p:nvPr>
        </p:nvGraphicFramePr>
        <p:xfrm>
          <a:off x="170481" y="784855"/>
          <a:ext cx="8865031" cy="5926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1713688-9E2A-1E7A-9D4E-E4AF8EDE1C85}"/>
              </a:ext>
            </a:extLst>
          </p:cNvPr>
          <p:cNvCxnSpPr/>
          <p:nvPr/>
        </p:nvCxnSpPr>
        <p:spPr>
          <a:xfrm>
            <a:off x="4633992" y="2107769"/>
            <a:ext cx="0" cy="852407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70292D9-313C-D9A5-2E07-BBD1DA20016B}"/>
              </a:ext>
            </a:extLst>
          </p:cNvPr>
          <p:cNvCxnSpPr>
            <a:cxnSpLocks/>
          </p:cNvCxnSpPr>
          <p:nvPr/>
        </p:nvCxnSpPr>
        <p:spPr>
          <a:xfrm flipH="1">
            <a:off x="5284922" y="2619214"/>
            <a:ext cx="542441" cy="493362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EB37505-65DD-7447-5631-CDCBC95021FB}"/>
              </a:ext>
            </a:extLst>
          </p:cNvPr>
          <p:cNvCxnSpPr/>
          <p:nvPr/>
        </p:nvCxnSpPr>
        <p:spPr>
          <a:xfrm>
            <a:off x="4618494" y="4522921"/>
            <a:ext cx="0" cy="852407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656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A58D-8BE9-B0AA-57D8-335429EE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360AF49-894F-4195-E046-4BCC71105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667321"/>
              </p:ext>
            </p:extLst>
          </p:nvPr>
        </p:nvGraphicFramePr>
        <p:xfrm>
          <a:off x="-904338" y="1455217"/>
          <a:ext cx="5957603" cy="3947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21A5118-E7EB-BA57-F119-0227FE4B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69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Framework ITIL - Conceitos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A5F9B2C0-3678-15A4-7695-23EAD80FB7CD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177AEA4-231B-889D-D865-9A91D8A37B42}"/>
              </a:ext>
            </a:extLst>
          </p:cNvPr>
          <p:cNvSpPr txBox="1"/>
          <p:nvPr/>
        </p:nvSpPr>
        <p:spPr>
          <a:xfrm>
            <a:off x="3850105" y="733327"/>
            <a:ext cx="529389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1 – </a:t>
            </a:r>
            <a:r>
              <a:rPr lang="pt-BR" sz="2000" b="1" dirty="0" err="1"/>
              <a:t>Incident</a:t>
            </a:r>
            <a:r>
              <a:rPr lang="pt-BR" sz="2000" b="1" dirty="0"/>
              <a:t>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Gestão de </a:t>
            </a:r>
            <a:r>
              <a:rPr lang="pt-BR" sz="2000" dirty="0">
                <a:solidFill>
                  <a:srgbClr val="0033CC"/>
                </a:solidFill>
              </a:rPr>
              <a:t>incidentes</a:t>
            </a:r>
            <a:r>
              <a:rPr lang="pt-BR" sz="2000" dirty="0"/>
              <a:t> existe para </a:t>
            </a:r>
            <a:r>
              <a:rPr lang="pt-BR" sz="2000" dirty="0">
                <a:solidFill>
                  <a:srgbClr val="0033CC"/>
                </a:solidFill>
              </a:rPr>
              <a:t>reativar</a:t>
            </a:r>
            <a:r>
              <a:rPr lang="pt-BR" sz="2000" dirty="0"/>
              <a:t> operação de serviço convencional o mais rápido possível, a fim de atenuar </a:t>
            </a:r>
            <a:r>
              <a:rPr lang="pt-BR" sz="2000" dirty="0">
                <a:solidFill>
                  <a:srgbClr val="C00000"/>
                </a:solidFill>
              </a:rPr>
              <a:t>impactos</a:t>
            </a:r>
            <a:r>
              <a:rPr lang="pt-BR" sz="2000" dirty="0"/>
              <a:t> na operação comercial.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Objetiva gerenciar todas as </a:t>
            </a:r>
            <a:r>
              <a:rPr lang="pt-BR" sz="2000" dirty="0">
                <a:solidFill>
                  <a:srgbClr val="C00000"/>
                </a:solidFill>
              </a:rPr>
              <a:t>alterações</a:t>
            </a:r>
            <a:r>
              <a:rPr lang="pt-BR" sz="2000" dirty="0"/>
              <a:t> feitas nos incidentes. A equipe de gestão de incidentes é responsável pela </a:t>
            </a:r>
            <a:r>
              <a:rPr lang="pt-BR" sz="2000" dirty="0">
                <a:solidFill>
                  <a:srgbClr val="0033CC"/>
                </a:solidFill>
              </a:rPr>
              <a:t>comunicação</a:t>
            </a:r>
            <a:r>
              <a:rPr lang="pt-BR" sz="2000" dirty="0"/>
              <a:t> eficiente entre a equipe de TI e os usuários.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algn="just"/>
            <a:r>
              <a:rPr lang="pt-BR" sz="2000" b="1" dirty="0"/>
              <a:t>2 – </a:t>
            </a:r>
            <a:r>
              <a:rPr lang="pt-BR" sz="2000" b="1" dirty="0" err="1"/>
              <a:t>Change</a:t>
            </a:r>
            <a:r>
              <a:rPr lang="pt-BR" sz="2000" b="1" dirty="0"/>
              <a:t>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A gestão de mudanças visa garantir que procedimentos e métodos </a:t>
            </a:r>
            <a:r>
              <a:rPr lang="pt-BR" sz="2000" dirty="0">
                <a:solidFill>
                  <a:srgbClr val="0033CC"/>
                </a:solidFill>
              </a:rPr>
              <a:t>padronizados</a:t>
            </a:r>
            <a:r>
              <a:rPr lang="pt-BR" sz="2000" dirty="0"/>
              <a:t> sejam usados ​​prontamente no tratamento de todas as mudanças relacionadas à infraestrutura de TI.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Objetiva minimizar o </a:t>
            </a:r>
            <a:r>
              <a:rPr lang="pt-BR" sz="2000" dirty="0">
                <a:solidFill>
                  <a:srgbClr val="C00000"/>
                </a:solidFill>
              </a:rPr>
              <a:t>impacto</a:t>
            </a:r>
            <a:r>
              <a:rPr lang="pt-BR" sz="2000" dirty="0"/>
              <a:t> de quaisquer incidentes relacionados após o serviço. Isso pode incluir a adição de novo </a:t>
            </a:r>
            <a:r>
              <a:rPr lang="pt-BR" sz="2000" dirty="0">
                <a:solidFill>
                  <a:srgbClr val="0033CC"/>
                </a:solidFill>
              </a:rPr>
              <a:t>hardware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0033CC"/>
                </a:solidFill>
              </a:rPr>
              <a:t>software</a:t>
            </a:r>
            <a:r>
              <a:rPr lang="pt-BR" sz="2000" dirty="0"/>
              <a:t> ou </a:t>
            </a:r>
            <a:r>
              <a:rPr lang="pt-BR" sz="2000" dirty="0">
                <a:solidFill>
                  <a:srgbClr val="0033CC"/>
                </a:solidFill>
              </a:rPr>
              <a:t>patches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802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3F1E-CFC0-6B72-4963-12C4469C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2AA28F6-56E8-D135-AE24-DF7205DA10DF}"/>
              </a:ext>
            </a:extLst>
          </p:cNvPr>
          <p:cNvGraphicFramePr/>
          <p:nvPr/>
        </p:nvGraphicFramePr>
        <p:xfrm>
          <a:off x="-904338" y="1455217"/>
          <a:ext cx="5957603" cy="3947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3C99B2-50D3-0B57-074E-CB0EA7BC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69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Framework ITIL - Conceitos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7D03A9CB-8172-213C-DBBD-2C8BD7E4781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FFB31F1-A4D9-0963-5C62-587BE456D371}"/>
              </a:ext>
            </a:extLst>
          </p:cNvPr>
          <p:cNvSpPr txBox="1"/>
          <p:nvPr/>
        </p:nvSpPr>
        <p:spPr>
          <a:xfrm>
            <a:off x="3850105" y="733327"/>
            <a:ext cx="529389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3 – Service </a:t>
            </a:r>
            <a:r>
              <a:rPr lang="pt-BR" sz="2000" b="1" dirty="0" err="1"/>
              <a:t>Request</a:t>
            </a:r>
            <a:r>
              <a:rPr lang="pt-BR" sz="2000" b="1" dirty="0"/>
              <a:t>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Processo de tratamento de </a:t>
            </a:r>
            <a:r>
              <a:rPr lang="pt-BR" sz="2000" dirty="0">
                <a:solidFill>
                  <a:srgbClr val="0033CC"/>
                </a:solidFill>
              </a:rPr>
              <a:t>solicitações de atendimento </a:t>
            </a:r>
            <a:r>
              <a:rPr lang="pt-BR" sz="2000" dirty="0"/>
              <a:t>ao cliente para aplicativos, atualizações de hardware, melhorias de software, redefinições de senha, etc. Inclui variedade de solicitações que podem ser repetidas e possivelmente </a:t>
            </a:r>
            <a:r>
              <a:rPr lang="pt-BR" sz="2000" dirty="0">
                <a:solidFill>
                  <a:srgbClr val="0033CC"/>
                </a:solidFill>
              </a:rPr>
              <a:t>automatizadas</a:t>
            </a:r>
            <a:r>
              <a:rPr lang="pt-BR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Permite que clientes façam solicitações por meio de um front-</a:t>
            </a:r>
            <a:r>
              <a:rPr lang="pt-BR" sz="2000" dirty="0" err="1"/>
              <a:t>end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0033CC"/>
                </a:solidFill>
              </a:rPr>
              <a:t>sem envolver</a:t>
            </a:r>
            <a:r>
              <a:rPr lang="pt-BR" sz="2000" dirty="0"/>
              <a:t> a central de atendimento.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b="1" dirty="0"/>
              <a:t>4 – Release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Responsável por </a:t>
            </a:r>
            <a:r>
              <a:rPr lang="pt-BR" sz="2000" dirty="0">
                <a:solidFill>
                  <a:srgbClr val="0033CC"/>
                </a:solidFill>
              </a:rPr>
              <a:t>empacotar</a:t>
            </a:r>
            <a:r>
              <a:rPr lang="pt-BR" sz="2000" dirty="0"/>
              <a:t> as versões, testá-las e, em seguida, </a:t>
            </a:r>
            <a:r>
              <a:rPr lang="pt-BR" sz="2000" dirty="0">
                <a:solidFill>
                  <a:srgbClr val="0033CC"/>
                </a:solidFill>
              </a:rPr>
              <a:t>liberá-las</a:t>
            </a:r>
            <a:r>
              <a:rPr lang="pt-BR" sz="2000" dirty="0"/>
              <a:t> para a comunidade de usuários finais.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Auxilia ainda a agendar e </a:t>
            </a:r>
            <a:r>
              <a:rPr lang="pt-BR" sz="2000" dirty="0">
                <a:solidFill>
                  <a:srgbClr val="0033CC"/>
                </a:solidFill>
              </a:rPr>
              <a:t>controlar</a:t>
            </a:r>
            <a:r>
              <a:rPr lang="pt-BR" sz="2000" dirty="0"/>
              <a:t> as alterações de versões. </a:t>
            </a:r>
          </a:p>
        </p:txBody>
      </p:sp>
    </p:spTree>
    <p:extLst>
      <p:ext uri="{BB962C8B-B14F-4D97-AF65-F5344CB8AC3E}">
        <p14:creationId xmlns:p14="http://schemas.microsoft.com/office/powerpoint/2010/main" val="1481694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4147-A4FD-FE33-43BD-2FD9C856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8EC95FF-4D09-6708-4529-E95855B32E4F}"/>
              </a:ext>
            </a:extLst>
          </p:cNvPr>
          <p:cNvGraphicFramePr/>
          <p:nvPr/>
        </p:nvGraphicFramePr>
        <p:xfrm>
          <a:off x="-904338" y="1455217"/>
          <a:ext cx="5957603" cy="3947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5F48482-C719-C087-7DCB-F0C16463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69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Framework ITIL - Conceitos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2C679837-E0EA-67AA-2BE2-1A10C90B3D3E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8F96E5C-3E56-CC0D-E0B9-0CD28496BAC7}"/>
              </a:ext>
            </a:extLst>
          </p:cNvPr>
          <p:cNvSpPr txBox="1"/>
          <p:nvPr/>
        </p:nvSpPr>
        <p:spPr>
          <a:xfrm>
            <a:off x="3850105" y="701243"/>
            <a:ext cx="529389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5 – </a:t>
            </a:r>
            <a:r>
              <a:rPr lang="pt-BR" sz="2000" b="1" dirty="0" err="1"/>
              <a:t>Configuration</a:t>
            </a:r>
            <a:r>
              <a:rPr lang="pt-BR" sz="2000" b="1" dirty="0"/>
              <a:t>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Por meio do sistema de gerenciamento de configuração, todos os itens de </a:t>
            </a:r>
            <a:r>
              <a:rPr lang="pt-BR" sz="2000" dirty="0">
                <a:solidFill>
                  <a:srgbClr val="0033CC"/>
                </a:solidFill>
              </a:rPr>
              <a:t>configuração individuais</a:t>
            </a:r>
            <a:r>
              <a:rPr lang="pt-BR" sz="2000" dirty="0"/>
              <a:t> são </a:t>
            </a:r>
            <a:r>
              <a:rPr lang="pt-BR" sz="2000" dirty="0">
                <a:solidFill>
                  <a:srgbClr val="0033CC"/>
                </a:solidFill>
              </a:rPr>
              <a:t>rastreados</a:t>
            </a:r>
            <a:r>
              <a:rPr lang="pt-BR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3CC"/>
                </a:solidFill>
              </a:rPr>
              <a:t>CMDB</a:t>
            </a:r>
            <a:r>
              <a:rPr lang="pt-BR" sz="2000" dirty="0"/>
              <a:t>: O banco de dados de gerenciamento de configuração, também conhecido como CMDB, é o </a:t>
            </a:r>
            <a:r>
              <a:rPr lang="pt-BR" sz="2000" dirty="0">
                <a:solidFill>
                  <a:srgbClr val="0033CC"/>
                </a:solidFill>
              </a:rPr>
              <a:t>repositório central </a:t>
            </a:r>
            <a:r>
              <a:rPr lang="pt-BR" sz="2000" dirty="0"/>
              <a:t>de todos os itens de configuração, também conhecidos como </a:t>
            </a:r>
            <a:r>
              <a:rPr lang="pt-BR" sz="2000" dirty="0">
                <a:solidFill>
                  <a:srgbClr val="0033CC"/>
                </a:solidFill>
              </a:rPr>
              <a:t>ativos corporativos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b="1" dirty="0"/>
              <a:t>6 – </a:t>
            </a:r>
            <a:r>
              <a:rPr lang="pt-BR" sz="2000" b="1" dirty="0" err="1"/>
              <a:t>Disaster</a:t>
            </a:r>
            <a:r>
              <a:rPr lang="pt-BR" sz="2000" b="1" dirty="0"/>
              <a:t> Recovery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Refere-se à rapidez com que podemos fornecer novos ativos durante um </a:t>
            </a:r>
            <a:r>
              <a:rPr lang="pt-BR" sz="2000" dirty="0">
                <a:solidFill>
                  <a:srgbClr val="C00000"/>
                </a:solidFill>
              </a:rPr>
              <a:t>desastre</a:t>
            </a:r>
            <a:r>
              <a:rPr lang="pt-BR" sz="2000" dirty="0"/>
              <a:t> para permitir a </a:t>
            </a:r>
            <a:r>
              <a:rPr lang="pt-BR" sz="2000" dirty="0">
                <a:solidFill>
                  <a:srgbClr val="0033CC"/>
                </a:solidFill>
              </a:rPr>
              <a:t>continuidade dos negócios</a:t>
            </a:r>
            <a:r>
              <a:rPr lang="pt-BR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O método de </a:t>
            </a:r>
            <a:r>
              <a:rPr lang="pt-BR" sz="2000" dirty="0">
                <a:solidFill>
                  <a:srgbClr val="0033CC"/>
                </a:solidFill>
              </a:rPr>
              <a:t>recuperação de desastres </a:t>
            </a:r>
            <a:r>
              <a:rPr lang="pt-BR" sz="2000" dirty="0"/>
              <a:t>ajuda as organizações a recuperar o acesso à infraestrutura de TI após um </a:t>
            </a:r>
            <a:r>
              <a:rPr lang="pt-BR" sz="2000" dirty="0">
                <a:solidFill>
                  <a:srgbClr val="C00000"/>
                </a:solidFill>
              </a:rPr>
              <a:t>ataque cibernético</a:t>
            </a:r>
            <a:r>
              <a:rPr lang="pt-BR" sz="2000" dirty="0"/>
              <a:t> ou </a:t>
            </a:r>
            <a:r>
              <a:rPr lang="pt-BR" sz="2000" dirty="0">
                <a:solidFill>
                  <a:srgbClr val="C00000"/>
                </a:solidFill>
              </a:rPr>
              <a:t>interrupção</a:t>
            </a:r>
            <a:r>
              <a:rPr lang="pt-BR" sz="2000" dirty="0"/>
              <a:t> dos negócios.</a:t>
            </a:r>
          </a:p>
        </p:txBody>
      </p:sp>
    </p:spTree>
    <p:extLst>
      <p:ext uri="{BB962C8B-B14F-4D97-AF65-F5344CB8AC3E}">
        <p14:creationId xmlns:p14="http://schemas.microsoft.com/office/powerpoint/2010/main" val="1938083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3A35-E684-79B8-E79A-C4CA6FF2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7A86B7A-3CA3-22B0-F5DA-47A7F27056B1}"/>
              </a:ext>
            </a:extLst>
          </p:cNvPr>
          <p:cNvGraphicFramePr/>
          <p:nvPr/>
        </p:nvGraphicFramePr>
        <p:xfrm>
          <a:off x="-904338" y="1455217"/>
          <a:ext cx="5957603" cy="3947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44AA111-06A4-1FEE-D531-6D9DE8D1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696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Framework ITIL - Conceitos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AB5C2935-0F80-9BD3-23CF-CBAD45E0D959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C710C8-B6CD-5471-955C-BDA11EF350C8}"/>
              </a:ext>
            </a:extLst>
          </p:cNvPr>
          <p:cNvSpPr txBox="1"/>
          <p:nvPr/>
        </p:nvSpPr>
        <p:spPr>
          <a:xfrm>
            <a:off x="3850105" y="733327"/>
            <a:ext cx="529389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7 – Business </a:t>
            </a:r>
            <a:r>
              <a:rPr lang="pt-BR" sz="2000" b="1" dirty="0" err="1"/>
              <a:t>Continuity</a:t>
            </a:r>
            <a:r>
              <a:rPr lang="pt-BR" sz="2000" b="1" dirty="0"/>
              <a:t> </a:t>
            </a:r>
            <a:r>
              <a:rPr lang="pt-BR" sz="2000" b="1" dirty="0" err="1"/>
              <a:t>Plan</a:t>
            </a:r>
            <a:endParaRPr lang="pt-BR" sz="20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Refere-se ao plano seguido dentro da organização para </a:t>
            </a:r>
            <a:r>
              <a:rPr lang="pt-BR" sz="2000" dirty="0">
                <a:solidFill>
                  <a:srgbClr val="0033CC"/>
                </a:solidFill>
              </a:rPr>
              <a:t>disponibilizar</a:t>
            </a:r>
            <a:r>
              <a:rPr lang="pt-BR" sz="2000" dirty="0"/>
              <a:t> os serviços aos indivíduos em tempos de </a:t>
            </a:r>
            <a:r>
              <a:rPr lang="pt-BR" sz="2000" dirty="0">
                <a:solidFill>
                  <a:srgbClr val="C00000"/>
                </a:solidFill>
              </a:rPr>
              <a:t>desastre</a:t>
            </a:r>
            <a:r>
              <a:rPr lang="pt-BR" sz="20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São as etapas que devem ser tomadas em um nível </a:t>
            </a:r>
            <a:r>
              <a:rPr lang="pt-BR" sz="2000" dirty="0">
                <a:solidFill>
                  <a:srgbClr val="0033CC"/>
                </a:solidFill>
              </a:rPr>
              <a:t>mínimo de operação</a:t>
            </a:r>
            <a:r>
              <a:rPr lang="pt-BR" sz="2000" dirty="0"/>
              <a:t> para garantir que as empresas possam continuar suas operações e negócios mais prioritários.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b="1" dirty="0"/>
              <a:t>8 – </a:t>
            </a:r>
            <a:r>
              <a:rPr lang="pt-BR" sz="2000" b="1" dirty="0" err="1"/>
              <a:t>Capacity</a:t>
            </a:r>
            <a:r>
              <a:rPr lang="pt-BR" sz="2000" b="1" dirty="0"/>
              <a:t>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Para que o ITIL seja eficaz, é fundamental </a:t>
            </a:r>
            <a:r>
              <a:rPr lang="pt-BR" sz="2000" dirty="0">
                <a:solidFill>
                  <a:srgbClr val="0033CC"/>
                </a:solidFill>
              </a:rPr>
              <a:t>compreender</a:t>
            </a:r>
            <a:r>
              <a:rPr lang="pt-BR" sz="2000" dirty="0"/>
              <a:t> seus processos e criar uma </a:t>
            </a:r>
            <a:r>
              <a:rPr lang="pt-BR" sz="2000" dirty="0">
                <a:solidFill>
                  <a:srgbClr val="0033CC"/>
                </a:solidFill>
              </a:rPr>
              <a:t>cultura orientada </a:t>
            </a:r>
            <a:r>
              <a:rPr lang="pt-BR" sz="2000" dirty="0"/>
              <a:t>ao ITIL.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É fundamental avaliar a cultura da sua organização </a:t>
            </a:r>
            <a:r>
              <a:rPr lang="pt-BR" sz="2000" dirty="0">
                <a:solidFill>
                  <a:srgbClr val="0033CC"/>
                </a:solidFill>
              </a:rPr>
              <a:t>antes</a:t>
            </a:r>
            <a:r>
              <a:rPr lang="pt-BR" sz="2000" dirty="0"/>
              <a:t> de implementar a estrutura ITIL.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Também é necessária a </a:t>
            </a:r>
            <a:r>
              <a:rPr lang="pt-BR" sz="2000" dirty="0">
                <a:solidFill>
                  <a:srgbClr val="0033CC"/>
                </a:solidFill>
              </a:rPr>
              <a:t>formação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0033CC"/>
                </a:solidFill>
              </a:rPr>
              <a:t>adequada</a:t>
            </a:r>
            <a:r>
              <a:rPr lang="pt-BR" sz="2000" dirty="0"/>
              <a:t> do pessoal do escritório. Eles precisam entender a estrutura ITIL para ter uma implementação bem-sucedida. </a:t>
            </a:r>
          </a:p>
        </p:txBody>
      </p:sp>
    </p:spTree>
    <p:extLst>
      <p:ext uri="{BB962C8B-B14F-4D97-AF65-F5344CB8AC3E}">
        <p14:creationId xmlns:p14="http://schemas.microsoft.com/office/powerpoint/2010/main" val="1198562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8018"/>
            <a:ext cx="8183880" cy="10515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Exemplo de aplicação - ITIL</a:t>
            </a:r>
            <a:endParaRPr lang="en-US" b="1" dirty="0">
              <a:solidFill>
                <a:srgbClr val="0033CC"/>
              </a:solidFill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7058" y="1462553"/>
            <a:ext cx="621982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CaixaDeTexto 18"/>
          <p:cNvSpPr txBox="1"/>
          <p:nvPr/>
        </p:nvSpPr>
        <p:spPr>
          <a:xfrm>
            <a:off x="1364110" y="6280879"/>
            <a:ext cx="676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linkClick r:id="rId4"/>
              </a:rPr>
              <a:t>http://www.youtube.com/watch?v=M7w3bjSbMrg&amp;</a:t>
            </a:r>
            <a:r>
              <a:rPr lang="pt-BR" dirty="0" err="1">
                <a:hlinkClick r:id="rId4"/>
              </a:rPr>
              <a:t>feature</a:t>
            </a:r>
            <a:r>
              <a:rPr lang="pt-BR" dirty="0">
                <a:hlinkClick r:id="rId4"/>
              </a:rPr>
              <a:t>=</a:t>
            </a:r>
            <a:r>
              <a:rPr lang="pt-BR" dirty="0" err="1">
                <a:hlinkClick r:id="rId4"/>
              </a:rPr>
              <a:t>related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3681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16570"/>
            <a:ext cx="8183880" cy="10515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pt-BR" b="1" dirty="0">
                <a:solidFill>
                  <a:srgbClr val="0033CC"/>
                </a:solidFill>
              </a:rPr>
              <a:t>Casos de Sucesso</a:t>
            </a:r>
            <a:br>
              <a:rPr lang="pt-BR" b="1" dirty="0">
                <a:solidFill>
                  <a:srgbClr val="0033CC"/>
                </a:solidFill>
              </a:rPr>
            </a:br>
            <a:endParaRPr lang="en-US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7178"/>
            <a:ext cx="9144000" cy="5105400"/>
          </a:xfrm>
        </p:spPr>
        <p:txBody>
          <a:bodyPr>
            <a:noAutofit/>
          </a:bodyPr>
          <a:lstStyle/>
          <a:p>
            <a:pPr algn="just"/>
            <a:r>
              <a:rPr lang="pt-BR" sz="2000" b="1" dirty="0" err="1">
                <a:solidFill>
                  <a:srgbClr val="C00000"/>
                </a:solidFill>
              </a:rPr>
              <a:t>Procter&amp;Gambler</a:t>
            </a:r>
            <a:r>
              <a:rPr lang="pt-BR" sz="2000" dirty="0"/>
              <a:t> que inicialmente reduziu em 10% as chamadas no </a:t>
            </a:r>
            <a:r>
              <a:rPr lang="pt-BR" sz="2000" dirty="0" err="1"/>
              <a:t>Helpdesk</a:t>
            </a:r>
            <a:r>
              <a:rPr lang="pt-BR" sz="2000" dirty="0"/>
              <a:t> após implantação do ITIL® e em um segundo momento do projeto reduziu entre 6 e 8% os custos operacionais de tecnologia.</a:t>
            </a:r>
          </a:p>
          <a:p>
            <a:pPr algn="just"/>
            <a:r>
              <a:rPr lang="pt-BR" sz="2000" dirty="0"/>
              <a:t>Integração do sistema de inventário com o helpdesk, prazo 5 dias, que reduziu em até 50% do tempo de atendimento. Gestão e controle das configurações do equipamento de hardware e software.</a:t>
            </a:r>
          </a:p>
          <a:p>
            <a:pPr marL="0" indent="0" algn="just">
              <a:buNone/>
            </a:pPr>
            <a:endParaRPr lang="pt-BR" sz="2000" dirty="0"/>
          </a:p>
          <a:p>
            <a:pPr algn="just"/>
            <a:r>
              <a:rPr lang="pt-BR" sz="2000" b="1" dirty="0">
                <a:solidFill>
                  <a:srgbClr val="C00000"/>
                </a:solidFill>
              </a:rPr>
              <a:t>Caterpillar</a:t>
            </a:r>
            <a:r>
              <a:rPr lang="pt-BR" sz="2000" dirty="0"/>
              <a:t> que após aplicar os princípios das melhores práticas aumentou de 60% para 90% o nível de acerto do Helpdesk para os incidentes.</a:t>
            </a:r>
          </a:p>
          <a:p>
            <a:pPr algn="just"/>
            <a:r>
              <a:rPr lang="pt-BR" sz="2000" dirty="0"/>
              <a:t>Implantação do sistema de distribuição de </a:t>
            </a:r>
            <a:r>
              <a:rPr lang="pt-BR" sz="2000" u="sng" dirty="0"/>
              <a:t>patches</a:t>
            </a:r>
            <a:r>
              <a:rPr lang="pt-BR" sz="2000" dirty="0"/>
              <a:t>, prazo dois dias, que eliminou em mais de 95% dos custos de atualizações de segurança do Windows</a:t>
            </a:r>
          </a:p>
          <a:p>
            <a:pPr algn="just"/>
            <a:r>
              <a:rPr lang="pt-BR" sz="2000" dirty="0"/>
              <a:t>Duas ou mais mudanças simultâneas foram realizadas e paralisaram o sistema de vendas por 10 horas. A empresa </a:t>
            </a:r>
            <a:r>
              <a:rPr lang="pt-BR" sz="2000" u="sng" dirty="0"/>
              <a:t>perdeu</a:t>
            </a:r>
            <a:r>
              <a:rPr lang="pt-BR" sz="2000" dirty="0"/>
              <a:t> 1.000 vendas ao valor médio de R$ 80 cada ao longo do ano.</a:t>
            </a:r>
          </a:p>
          <a:p>
            <a:pPr algn="just"/>
            <a:r>
              <a:rPr lang="pt-BR" sz="2000" dirty="0"/>
              <a:t>Devido a um defeito no hardware do disco do servidor de database marketing, o sistema ficou indisponível por 4 horas. Durante a recuperação 100 usuários foram afetados, e poderia ter demorado semanas caso não existisse um </a:t>
            </a:r>
            <a:r>
              <a:rPr lang="pt-BR" sz="2000" u="sng" dirty="0"/>
              <a:t>disco espelho </a:t>
            </a:r>
            <a:r>
              <a:rPr lang="pt-BR" sz="2000" dirty="0"/>
              <a:t>configurado.</a:t>
            </a:r>
            <a:br>
              <a:rPr lang="pt-BR" sz="2000" dirty="0"/>
            </a:b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en-US" sz="2000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00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omputador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5" name="Picture 4" descr="chicara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123" y="28189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5379" y="37682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ivro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360624" y="692616"/>
            <a:ext cx="5326175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1800" dirty="0">
                <a:hlinkClick r:id="rId6"/>
              </a:rPr>
              <a:t>http://www.youtube.com/watch?v=M7w3bjSbMrg&amp;</a:t>
            </a:r>
            <a:r>
              <a:rPr lang="pt-BR" sz="1800" dirty="0" err="1">
                <a:hlinkClick r:id="rId6"/>
              </a:rPr>
              <a:t>feature</a:t>
            </a:r>
            <a:r>
              <a:rPr lang="pt-BR" sz="1800" dirty="0">
                <a:hlinkClick r:id="rId6"/>
              </a:rPr>
              <a:t>=</a:t>
            </a:r>
            <a:r>
              <a:rPr lang="pt-BR" sz="1800" dirty="0" err="1">
                <a:hlinkClick r:id="rId6"/>
              </a:rPr>
              <a:t>related</a:t>
            </a:r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>
                <a:hlinkClick r:id="rId7"/>
              </a:rPr>
              <a:t>https://www.youtube.com/watch?v=agGXZ0YV7Og</a:t>
            </a:r>
            <a:r>
              <a:rPr lang="pt-BR" sz="1800" dirty="0"/>
              <a:t> 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>
                <a:hlinkClick r:id="rId8"/>
              </a:rPr>
              <a:t>Livro GOVERNANÇA de TI – Ricardo Mansur</a:t>
            </a:r>
          </a:p>
          <a:p>
            <a:pPr marL="0" indent="0" algn="just">
              <a:buNone/>
            </a:pPr>
            <a:r>
              <a:rPr lang="pt-BR" sz="1800" u="sng" dirty="0">
                <a:hlinkClick r:id="rId8"/>
              </a:rPr>
              <a:t>http://books.google.com.br/books?hl=pt-BR&amp;lr=&amp;id=MkAchF17jmkC&amp;oi=fnd&amp;pg=PA1&amp;dq=governança+de+ti&amp;ots=FbooibEF4u&amp;sig=LdSsm2D5ph6nrxjzDQtu9fN_CFI#v=onepage&amp;q=governan%C3%A7a%20de%20ti&amp;f=false</a:t>
            </a:r>
            <a:endParaRPr lang="en-US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>
                <a:hlinkClick r:id="rId9"/>
              </a:rPr>
              <a:t>https://www.axelos.com/best-practice-solutions/itil</a:t>
            </a:r>
            <a:r>
              <a:rPr lang="pt-BR" sz="1800" dirty="0"/>
              <a:t> </a:t>
            </a:r>
          </a:p>
          <a:p>
            <a:pPr algn="just">
              <a:buNone/>
            </a:pPr>
            <a:endParaRPr lang="pt-BR" sz="1800" dirty="0"/>
          </a:p>
          <a:p>
            <a:pPr algn="just"/>
            <a:r>
              <a:rPr lang="pt-BR" sz="1800" dirty="0">
                <a:hlinkClick r:id="rId10"/>
              </a:rPr>
              <a:t>http://www.isaca.org/Knowledge-Center/COBIT/Pages/Overview.aspx</a:t>
            </a:r>
            <a:endParaRPr lang="pt-BR" sz="1800" dirty="0"/>
          </a:p>
          <a:p>
            <a:pPr algn="just"/>
            <a:endParaRPr lang="en-US" sz="1800" dirty="0"/>
          </a:p>
          <a:p>
            <a:pPr algn="just"/>
            <a:r>
              <a:rPr lang="en-US" sz="1800" dirty="0">
                <a:hlinkClick r:id="rId11"/>
              </a:rPr>
              <a:t>https://www.sprintzeal.com/blog/introduction-to-itil-framework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82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  Prof. Paulo </a:t>
            </a:r>
            <a:r>
              <a:rPr kumimoji="1" lang="en-US" sz="2000" dirty="0" err="1">
                <a:solidFill>
                  <a:schemeClr val="bg1"/>
                </a:solidFill>
                <a:latin typeface="Gotham-Bold"/>
                <a:cs typeface="Gotham-Bold"/>
              </a:rPr>
              <a:t>Sampaio</a:t>
            </a: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  <a:hlinkClick r:id="rId3"/>
              </a:rPr>
              <a:t>profpaulo.sampaio@fiap.com.br</a:t>
            </a: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 </a:t>
            </a:r>
          </a:p>
          <a:p>
            <a:pPr>
              <a:defRPr/>
            </a:pPr>
            <a:r>
              <a:rPr lang="pt-BR" sz="2000" dirty="0">
                <a:solidFill>
                  <a:srgbClr val="FFFF00"/>
                </a:solidFill>
                <a:hlinkClick r:id="rId4"/>
              </a:rPr>
              <a:t>https://www.linkedin.com/in/profpaulosampaio</a:t>
            </a:r>
            <a:r>
              <a:rPr lang="pt-BR" sz="2000" dirty="0">
                <a:solidFill>
                  <a:srgbClr val="FFFF00"/>
                </a:solidFill>
              </a:rPr>
              <a:t> </a:t>
            </a: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Todos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0" ma:contentTypeDescription="Crie um novo documento." ma:contentTypeScope="" ma:versionID="456c4c2660fea8f5baec1dc2f8540388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b7809c3319688b12ed303e509ad511e2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41cf9-7a08-4389-9c8c-29c69186fda2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cc18f-a423-443c-b70f-e0437ba3d5c5" xsi:nil="true"/>
    <lcf76f155ced4ddcb4097134ff3c332f xmlns="5d958229-1a55-4e93-85b5-b8a5a775498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5213298-EA35-4EBC-9653-7448E04630F5}"/>
</file>

<file path=customXml/itemProps2.xml><?xml version="1.0" encoding="utf-8"?>
<ds:datastoreItem xmlns:ds="http://schemas.openxmlformats.org/officeDocument/2006/customXml" ds:itemID="{91703B64-0491-416E-86B7-A91CB48264E9}"/>
</file>

<file path=customXml/itemProps3.xml><?xml version="1.0" encoding="utf-8"?>
<ds:datastoreItem xmlns:ds="http://schemas.openxmlformats.org/officeDocument/2006/customXml" ds:itemID="{9CD4E546-9DCA-42A8-B319-39403662F78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1126</TotalTime>
  <Words>1738</Words>
  <Application>Microsoft Office PowerPoint</Application>
  <PresentationFormat>Apresentação na tela (4:3)</PresentationFormat>
  <Paragraphs>314</Paragraphs>
  <Slides>29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29</vt:i4>
      </vt:variant>
    </vt:vector>
  </HeadingPairs>
  <TitlesOfParts>
    <vt:vector size="39" baseType="lpstr">
      <vt:lpstr>Arial</vt:lpstr>
      <vt:lpstr>Calibri</vt:lpstr>
      <vt:lpstr>Gotham-Bold</vt:lpstr>
      <vt:lpstr>Gotham-Book</vt:lpstr>
      <vt:lpstr>Wingdings</vt:lpstr>
      <vt:lpstr>Default Theme</vt:lpstr>
      <vt:lpstr>1_Personalizar design</vt:lpstr>
      <vt:lpstr>2_Personalizar design</vt:lpstr>
      <vt:lpstr>Black</vt:lpstr>
      <vt:lpstr>Office Theme</vt:lpstr>
      <vt:lpstr>Apresentação do PowerPoint</vt:lpstr>
      <vt:lpstr>Apresentação do PowerPoint</vt:lpstr>
      <vt:lpstr>Apresentação do PowerPoint</vt:lpstr>
      <vt:lpstr> Conteúdo </vt:lpstr>
      <vt:lpstr> Governança Corporativa </vt:lpstr>
      <vt:lpstr>  Controle </vt:lpstr>
      <vt:lpstr> Qualidade </vt:lpstr>
      <vt:lpstr>Governança de TI :</vt:lpstr>
      <vt:lpstr> Governança Corportiva </vt:lpstr>
      <vt:lpstr> Governança de TI  </vt:lpstr>
      <vt:lpstr>Governança de TI  </vt:lpstr>
      <vt:lpstr>Governança de TI  </vt:lpstr>
      <vt:lpstr>  </vt:lpstr>
      <vt:lpstr>  ITIL </vt:lpstr>
      <vt:lpstr>  ITIL – Benefícios  </vt:lpstr>
      <vt:lpstr> Estrutura do ITIL - Framework </vt:lpstr>
      <vt:lpstr>  ITIL – Estrutura  </vt:lpstr>
      <vt:lpstr>ITIL - Exemplos de Serviços </vt:lpstr>
      <vt:lpstr>ITIL - Exemplos de Serviços </vt:lpstr>
      <vt:lpstr>Projeto de Infra de rede de computadores - Nova Fábrica </vt:lpstr>
      <vt:lpstr>Framework ITIL - Conceitos </vt:lpstr>
      <vt:lpstr>Framework ITIL - Conceitos </vt:lpstr>
      <vt:lpstr>Framework ITIL - Conceitos </vt:lpstr>
      <vt:lpstr>Framework ITIL - Conceitos </vt:lpstr>
      <vt:lpstr>Framework ITIL - Conceitos </vt:lpstr>
      <vt:lpstr>Exemplo de aplicação - ITIL</vt:lpstr>
      <vt:lpstr>Casos de Sucesso 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Paulo Sergio Sampaio</cp:lastModifiedBy>
  <cp:revision>178</cp:revision>
  <dcterms:created xsi:type="dcterms:W3CDTF">2015-01-30T10:46:50Z</dcterms:created>
  <dcterms:modified xsi:type="dcterms:W3CDTF">2025-08-19T21:29:29Z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0x010100ECB8CFF1F968464CBF8321C5737DB781</vt:lpwstr>
  </property>
</Properties>
</file>